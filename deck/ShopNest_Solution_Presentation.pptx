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6" r:id="rId1"/>
    <p:sldMasterId id="2147483707" r:id="rId2"/>
    <p:sldMasterId id="2147483708" r:id="rId3"/>
  </p:sldMasterIdLst>
  <p:notesMasterIdLst>
    <p:notesMasterId r:id="rId17"/>
  </p:notesMasterIdLst>
  <p:sldIdLst>
    <p:sldId id="256" r:id="rId4"/>
    <p:sldId id="257" r:id="rId5"/>
    <p:sldId id="258" r:id="rId6"/>
    <p:sldId id="259" r:id="rId7"/>
    <p:sldId id="267" r:id="rId15"/>
    <p:sldId id="260" r:id="rId8"/>
    <p:sldId id="273" r:id="rId54"/>
    <p:sldId id="261" r:id="rId9"/>
    <p:sldId id="274" r:id="rId55"/>
    <p:sldId id="262" r:id="rId10"/>
    <p:sldId id="275" r:id="rId56"/>
    <p:sldId id="263" r:id="rId11"/>
    <p:sldId id="276" r:id="rId57"/>
    <p:sldId id="277" r:id="rId58"/>
    <p:sldId id="264" r:id="rId12"/>
    <p:sldId id="278" r:id="rId59"/>
    <p:sldId id="265" r:id="rId13"/>
    <p:sldId id="269" r:id="rId50"/>
    <p:sldId id="270" r:id="rId51"/>
    <p:sldId id="266" r:id="rId14"/>
    <p:sldId id="271" r:id="rId52"/>
    <p:sldId id="272" r:id="rId53"/>
    <p:sldId id="268" r:id="rId16"/>
  </p:sldIdLst>
  <p:sldSz cx="9144000" cy="5143500" type="screen16x9"/>
  <p:notesSz cx="6858000" cy="9144000"/>
  <p:embeddedFontLst>
    <p:embeddedFont>
      <p:font typeface="Arial Black" panose="020B0A04020102020204" pitchFamily="34" charset="0"/>
      <p:regular r:id="rId18"/>
      <p:bold r:id="rId19"/>
    </p:embeddedFont>
    <p:embeddedFont>
      <p:font typeface="Calibri" panose="020F0502020204030204" pitchFamily="34" charset="0"/>
      <p:regular r:id="rId20"/>
      <p:bold r:id="rId21"/>
      <p:italic r:id="rId22"/>
      <p:boldItalic r:id="rId23"/>
    </p:embeddedFont>
    <p:embeddedFont>
      <p:font typeface="Century Gothic" panose="020B0502020202020204" pitchFamily="34" charset="0"/>
      <p:regular r:id="rId24"/>
      <p:bold r:id="rId25"/>
      <p:italic r:id="rId26"/>
      <p:boldItalic r:id="rId27"/>
    </p:embeddedFont>
    <p:embeddedFont>
      <p:font typeface="Montserrat" panose="00000500000000000000" pitchFamily="2" charset="0"/>
      <p:regular r:id="rId28"/>
      <p:bold r:id="rId29"/>
      <p:italic r:id="rId30"/>
      <p:boldItalic r:id="rId31"/>
    </p:embeddedFont>
    <p:embeddedFont>
      <p:font typeface="Nunito" pitchFamily="2" charset="0"/>
      <p:regular r:id="rId32"/>
      <p:bold r:id="rId33"/>
      <p:italic r:id="rId34"/>
      <p:boldItalic r:id="rId35"/>
    </p:embeddedFont>
    <p:embeddedFont>
      <p:font typeface="Nunito ExtraBold" pitchFamily="2" charset="0"/>
      <p:bold r:id="rId36"/>
      <p:boldItalic r:id="rId37"/>
    </p:embeddedFont>
    <p:embeddedFont>
      <p:font typeface="Nunito SemiBold" pitchFamily="2"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4365641-8200-4249-8B6C-B5293923BFB7}">
  <a:tblStyle styleId="{F4365641-8200-4249-8B6C-B5293923BFB7}"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420"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10.xml"/><Relationship Id="rId11" Type="http://schemas.openxmlformats.org/officeDocument/2006/relationships/slide" Target="slides/slide12.xml"/><Relationship Id="rId12" Type="http://schemas.openxmlformats.org/officeDocument/2006/relationships/slide" Target="slides/slide15.xml"/><Relationship Id="rId13" Type="http://schemas.openxmlformats.org/officeDocument/2006/relationships/slide" Target="slides/slide17.xml"/><Relationship Id="rId14" Type="http://schemas.openxmlformats.org/officeDocument/2006/relationships/slide" Target="slides/slide20.xml"/><Relationship Id="rId15" Type="http://schemas.openxmlformats.org/officeDocument/2006/relationships/slide" Target="slides/slide5.xml"/><Relationship Id="rId16" Type="http://schemas.openxmlformats.org/officeDocument/2006/relationships/slide" Target="slides/slide23.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font" Target="fonts/font11.fntdata"/><Relationship Id="rId29" Type="http://schemas.openxmlformats.org/officeDocument/2006/relationships/font" Target="fonts/font12.fntdata"/><Relationship Id="rId30" Type="http://schemas.openxmlformats.org/officeDocument/2006/relationships/font" Target="fonts/font13.fntdata"/><Relationship Id="rId31" Type="http://schemas.openxmlformats.org/officeDocument/2006/relationships/font" Target="fonts/font14.fntdata"/><Relationship Id="rId32" Type="http://schemas.openxmlformats.org/officeDocument/2006/relationships/font" Target="fonts/font15.fntdata"/><Relationship Id="rId33" Type="http://schemas.openxmlformats.org/officeDocument/2006/relationships/font" Target="fonts/font16.fntdata"/><Relationship Id="rId34" Type="http://schemas.openxmlformats.org/officeDocument/2006/relationships/font" Target="fonts/font17.fntdata"/><Relationship Id="rId35" Type="http://schemas.openxmlformats.org/officeDocument/2006/relationships/font" Target="fonts/font18.fntdata"/><Relationship Id="rId36" Type="http://schemas.openxmlformats.org/officeDocument/2006/relationships/font" Target="fonts/font19.fntdata"/><Relationship Id="rId37" Type="http://schemas.openxmlformats.org/officeDocument/2006/relationships/font" Target="fonts/font20.fntdata"/><Relationship Id="rId38" Type="http://schemas.openxmlformats.org/officeDocument/2006/relationships/font" Target="fonts/font21.fntdata"/><Relationship Id="rId39" Type="http://schemas.openxmlformats.org/officeDocument/2006/relationships/font" Target="fonts/font22.fntdata"/><Relationship Id="rId40" Type="http://schemas.openxmlformats.org/officeDocument/2006/relationships/font" Target="fonts/font23.fntdata"/><Relationship Id="rId41" Type="http://schemas.openxmlformats.org/officeDocument/2006/relationships/font" Target="fonts/font24.fntdata"/><Relationship Id="rId42" Type="http://schemas.openxmlformats.org/officeDocument/2006/relationships/font" Target="fonts/font25.fntdata"/><Relationship Id="rId43" Type="http://schemas.openxmlformats.org/officeDocument/2006/relationships/font" Target="fonts/font26.fntdata"/><Relationship Id="rId44" Type="http://schemas.openxmlformats.org/officeDocument/2006/relationships/font" Target="fonts/font27.fntdata"/><Relationship Id="rId45" Type="http://schemas.openxmlformats.org/officeDocument/2006/relationships/font" Target="fonts/font28.fntdata"/><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openxmlformats.org/officeDocument/2006/relationships/slide" Target="slides/slide18.xml"/><Relationship Id="rId51" Type="http://schemas.openxmlformats.org/officeDocument/2006/relationships/slide" Target="slides/slide19.xml"/><Relationship Id="rId52" Type="http://schemas.openxmlformats.org/officeDocument/2006/relationships/slide" Target="slides/slide21.xml"/><Relationship Id="rId53" Type="http://schemas.openxmlformats.org/officeDocument/2006/relationships/slide" Target="slides/slide22.xml"/><Relationship Id="rId54" Type="http://schemas.openxmlformats.org/officeDocument/2006/relationships/slide" Target="slides/slide7.xml"/><Relationship Id="rId55" Type="http://schemas.openxmlformats.org/officeDocument/2006/relationships/slide" Target="slides/slide9.xml"/><Relationship Id="rId56" Type="http://schemas.openxmlformats.org/officeDocument/2006/relationships/slide" Target="slides/slide11.xml"/><Relationship Id="rId57" Type="http://schemas.openxmlformats.org/officeDocument/2006/relationships/slide" Target="slides/slide13.xml"/><Relationship Id="rId58" Type="http://schemas.openxmlformats.org/officeDocument/2006/relationships/slide" Target="slides/slide14.xml"/><Relationship Id="rId5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dce6d25449_0_9:notes"/>
          <p:cNvSpPr txBox="1">
            <a:spLocks noGrp="1"/>
          </p:cNvSpPr>
          <p:nvPr>
            <p:ph type="body" idx="1"/>
          </p:nvPr>
        </p:nvSpPr>
        <p:spPr>
          <a:xfrm>
            <a:off x="685800" y="4343378"/>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2" name="Google Shape;282;g3dce6d25449_0_9:notes"/>
          <p:cNvSpPr>
            <a:spLocks noGrp="1" noRot="1" noChangeAspect="1"/>
          </p:cNvSpPr>
          <p:nvPr>
            <p:ph type="sldImg" idx="2"/>
          </p:nvPr>
        </p:nvSpPr>
        <p:spPr>
          <a:xfrm>
            <a:off x="1143225" y="685778"/>
            <a:ext cx="4572300" cy="3428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ce6d25449_0_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dce6d25449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de31972bd4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3de31972bd4_0_1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de31972bd4_0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0" name="Google Shape;310;g3de31972bd4_0_2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Strengthen the deterministic policy gate + final override to improve compliance and predictability.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de393f4b43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de393f4b4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de393f4b43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de393f4b43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de393f4b43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de393f4b43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de393f4b4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3de393f4b4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de393f4b43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de393f4b43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de393f4b43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3de393f4b43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de393f4b43_0_3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6" name="Google Shape;386;g3de393f4b43_0_3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de393f4b43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2" name="Google Shape;392;g3de393f4b43_0_2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de393f4b43_0_1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9" name="Google Shape;399;g3de393f4b43_0_1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g3de393f4b43_0_1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13</a:t>
            </a:fld>
            <a:endParaRPr sz="1200" b="0" i="0" u="none" strike="noStrike" cap="none">
              <a:solidFill>
                <a:schemeClr val="dk1"/>
              </a:solidFill>
              <a:latin typeface="Calibri"/>
              <a:ea typeface="Calibri"/>
              <a:cs typeface="Calibri"/>
              <a:sym typeface="Calibri"/>
            </a:endParaRPr>
          </a:p>
        </p:txBody>
      </p:sp>
      <p:sp>
        <p:nvSpPr>
          <p:cNvPr id="401" name="Google Shape;401;g3de393f4b43_0_166: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OBJECT_1">
    <p:spTree>
      <p:nvGrpSpPr>
        <p:cNvPr id="1" name="Shape 14"/>
        <p:cNvGrpSpPr/>
        <p:nvPr/>
      </p:nvGrpSpPr>
      <p:grpSpPr>
        <a:xfrm>
          <a:off x="0" y="0"/>
          <a:ext cx="0" cy="0"/>
          <a:chOff x="0" y="0"/>
          <a:chExt cx="0" cy="0"/>
        </a:xfrm>
      </p:grpSpPr>
      <p:sp>
        <p:nvSpPr>
          <p:cNvPr id="15" name="Google Shape;15;p2"/>
          <p:cNvSpPr txBox="1">
            <a:spLocks noGrp="1"/>
          </p:cNvSpPr>
          <p:nvPr>
            <p:ph type="title"/>
          </p:nvPr>
        </p:nvSpPr>
        <p:spPr>
          <a:xfrm>
            <a:off x="295824" y="126288"/>
            <a:ext cx="6378600" cy="442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400" b="1" i="0">
                <a:solidFill>
                  <a:srgbClr val="0D38A9"/>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6" name="Google Shape;16;p2"/>
          <p:cNvSpPr txBox="1">
            <a:spLocks noGrp="1"/>
          </p:cNvSpPr>
          <p:nvPr>
            <p:ph type="ftr" idx="11"/>
          </p:nvPr>
        </p:nvSpPr>
        <p:spPr>
          <a:xfrm>
            <a:off x="2491651" y="4671998"/>
            <a:ext cx="4161300" cy="1392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 name="Google Shape;17;p2"/>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 name="Google Shape;18;p2"/>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2">
  <p:cSld name="OBJECT_3">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275574" y="351128"/>
            <a:ext cx="6921600" cy="360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200" b="0" i="0">
                <a:solidFill>
                  <a:srgbClr val="434343"/>
                </a:solidFill>
                <a:latin typeface="Arial Black"/>
                <a:ea typeface="Arial Black"/>
                <a:cs typeface="Arial Black"/>
                <a:sym typeface="Arial Black"/>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21" name="Google Shape;21;p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 name="Google Shape;22;p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3" name="Google Shape;23;p3"/>
          <p:cNvSpPr txBox="1">
            <a:spLocks noGrp="1"/>
          </p:cNvSpPr>
          <p:nvPr>
            <p:ph type="sldNum" idx="12"/>
          </p:nvPr>
        </p:nvSpPr>
        <p:spPr>
          <a:xfrm>
            <a:off x="8915998" y="4976665"/>
            <a:ext cx="210900" cy="123000"/>
          </a:xfrm>
          <a:prstGeom prst="rect">
            <a:avLst/>
          </a:prstGeom>
          <a:noFill/>
          <a:ln>
            <a:noFill/>
          </a:ln>
        </p:spPr>
        <p:txBody>
          <a:bodyPr spcFirstLastPara="1" wrap="square" lIns="0" tIns="0" rIns="0" bIns="0" anchor="t" anchorCtr="0">
            <a:spAutoFit/>
          </a:bodyPr>
          <a:lstStyle>
            <a:lvl1pPr marL="3810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1pPr>
            <a:lvl2pPr marL="3810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2pPr>
            <a:lvl3pPr marL="3810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3pPr>
            <a:lvl4pPr marL="3810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4pPr>
            <a:lvl5pPr marL="3810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5pPr>
            <a:lvl6pPr marL="3810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6pPr>
            <a:lvl7pPr marL="3810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7pPr>
            <a:lvl8pPr marL="3810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8pPr>
            <a:lvl9pPr marL="3810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9pPr>
          </a:lstStyle>
          <a:p>
            <a:pPr marL="38100" lvl="0" indent="0" algn="ctr" rtl="0">
              <a:spcBef>
                <a:spcPts val="0"/>
              </a:spcBef>
              <a:spcAft>
                <a:spcPts val="0"/>
              </a:spcAft>
              <a:buNone/>
            </a:pPr>
            <a:fld id="{00000000-1234-1234-1234-123412341234}" type="slidenum">
              <a:rPr lang="en"/>
              <a:t>‹#›</a:t>
            </a:fld>
            <a:endParaRPr>
              <a:latin typeface="Nunito"/>
              <a:ea typeface="Nunito"/>
              <a:cs typeface="Nunito"/>
              <a:sym typeface="Nuni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4">
  <p:cSld name="OBJECT_3_1">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a:endParaRPr/>
          </a:p>
        </p:txBody>
      </p:sp>
      <p:sp>
        <p:nvSpPr>
          <p:cNvPr id="26" name="Google Shape;26;p4"/>
          <p:cNvSpPr txBox="1">
            <a:spLocks noGrp="1"/>
          </p:cNvSpPr>
          <p:nvPr>
            <p:ph type="body" idx="1"/>
          </p:nvPr>
        </p:nvSpPr>
        <p:spPr>
          <a:xfrm>
            <a:off x="457200" y="1021842"/>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360"/>
              </a:spcBef>
              <a:spcAft>
                <a:spcPts val="0"/>
              </a:spcAft>
              <a:buClr>
                <a:schemeClr val="dk1"/>
              </a:buClr>
              <a:buSzPts val="1800"/>
              <a:buChar char="○"/>
              <a:defRPr/>
            </a:lvl2pPr>
            <a:lvl3pPr marL="1371600" lvl="2" indent="-342900" algn="l">
              <a:lnSpc>
                <a:spcPct val="115000"/>
              </a:lnSpc>
              <a:spcBef>
                <a:spcPts val="360"/>
              </a:spcBef>
              <a:spcAft>
                <a:spcPts val="0"/>
              </a:spcAft>
              <a:buClr>
                <a:schemeClr val="dk1"/>
              </a:buClr>
              <a:buSzPts val="1800"/>
              <a:buChar char="■"/>
              <a:defRPr/>
            </a:lvl3pPr>
            <a:lvl4pPr marL="1828800" lvl="3" indent="-342900" algn="l">
              <a:lnSpc>
                <a:spcPct val="115000"/>
              </a:lnSpc>
              <a:spcBef>
                <a:spcPts val="360"/>
              </a:spcBef>
              <a:spcAft>
                <a:spcPts val="0"/>
              </a:spcAft>
              <a:buClr>
                <a:schemeClr val="dk1"/>
              </a:buClr>
              <a:buSzPts val="1800"/>
              <a:buChar char="●"/>
              <a:defRPr/>
            </a:lvl4pPr>
            <a:lvl5pPr marL="2286000" lvl="4" indent="-342900" algn="l">
              <a:lnSpc>
                <a:spcPct val="115000"/>
              </a:lnSpc>
              <a:spcBef>
                <a:spcPts val="360"/>
              </a:spcBef>
              <a:spcAft>
                <a:spcPts val="0"/>
              </a:spcAft>
              <a:buClr>
                <a:schemeClr val="dk1"/>
              </a:buClr>
              <a:buSzPts val="1800"/>
              <a:buChar char="○"/>
              <a:defRPr/>
            </a:lvl5pPr>
            <a:lvl6pPr marL="2743200" lvl="5" indent="-342900" algn="l">
              <a:lnSpc>
                <a:spcPct val="115000"/>
              </a:lnSpc>
              <a:spcBef>
                <a:spcPts val="360"/>
              </a:spcBef>
              <a:spcAft>
                <a:spcPts val="0"/>
              </a:spcAft>
              <a:buClr>
                <a:schemeClr val="dk1"/>
              </a:buClr>
              <a:buSzPts val="1800"/>
              <a:buChar char="■"/>
              <a:defRPr/>
            </a:lvl6pPr>
            <a:lvl7pPr marL="3200400" lvl="6" indent="-342900" algn="l">
              <a:lnSpc>
                <a:spcPct val="115000"/>
              </a:lnSpc>
              <a:spcBef>
                <a:spcPts val="360"/>
              </a:spcBef>
              <a:spcAft>
                <a:spcPts val="0"/>
              </a:spcAft>
              <a:buClr>
                <a:schemeClr val="dk1"/>
              </a:buClr>
              <a:buSzPts val="1800"/>
              <a:buChar char="●"/>
              <a:defRPr/>
            </a:lvl7pPr>
            <a:lvl8pPr marL="3657600" lvl="7" indent="-342900" algn="l">
              <a:lnSpc>
                <a:spcPct val="115000"/>
              </a:lnSpc>
              <a:spcBef>
                <a:spcPts val="360"/>
              </a:spcBef>
              <a:spcAft>
                <a:spcPts val="0"/>
              </a:spcAft>
              <a:buClr>
                <a:schemeClr val="dk1"/>
              </a:buClr>
              <a:buSzPts val="1800"/>
              <a:buChar char="○"/>
              <a:defRPr/>
            </a:lvl8pPr>
            <a:lvl9pPr marL="4114800" lvl="8" indent="-342900" algn="l">
              <a:lnSpc>
                <a:spcPct val="115000"/>
              </a:lnSpc>
              <a:spcBef>
                <a:spcPts val="360"/>
              </a:spcBef>
              <a:spcAft>
                <a:spcPts val="1600"/>
              </a:spcAft>
              <a:buClr>
                <a:schemeClr val="dk1"/>
              </a:buClr>
              <a:buSzPts val="1800"/>
              <a:buChar char="■"/>
              <a:defRPr/>
            </a:lvl9pPr>
          </a:lstStyle>
          <a:p>
            <a:endParaRPr/>
          </a:p>
        </p:txBody>
      </p:sp>
      <p:sp>
        <p:nvSpPr>
          <p:cNvPr id="27" name="Google Shape;27;p4"/>
          <p:cNvSpPr txBox="1">
            <a:spLocks noGrp="1"/>
          </p:cNvSpPr>
          <p:nvPr>
            <p:ph type="dt" idx="10"/>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8" name="Google Shape;28;p4"/>
          <p:cNvSpPr txBox="1">
            <a:spLocks noGrp="1"/>
          </p:cNvSpPr>
          <p:nvPr>
            <p:ph type="ftr" idx="11"/>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9" name="Google Shape;29;p4"/>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0"/>
        <p:cNvGrpSpPr/>
        <p:nvPr/>
      </p:nvGrpSpPr>
      <p:grpSpPr>
        <a:xfrm>
          <a:off x="0" y="0"/>
          <a:ext cx="0" cy="0"/>
          <a:chOff x="0" y="0"/>
          <a:chExt cx="0" cy="0"/>
        </a:xfrm>
      </p:grpSpPr>
      <p:sp>
        <p:nvSpPr>
          <p:cNvPr id="31" name="Google Shape;31;p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32" name="Google Shape;32;p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1600"/>
              </a:spcBef>
              <a:spcAft>
                <a:spcPts val="0"/>
              </a:spcAft>
              <a:buSzPts val="2800"/>
              <a:buNone/>
              <a:defRPr sz="2800"/>
            </a:lvl2pPr>
            <a:lvl3pPr lvl="2" algn="ctr">
              <a:lnSpc>
                <a:spcPct val="100000"/>
              </a:lnSpc>
              <a:spcBef>
                <a:spcPts val="1600"/>
              </a:spcBef>
              <a:spcAft>
                <a:spcPts val="0"/>
              </a:spcAft>
              <a:buSzPts val="2800"/>
              <a:buNone/>
              <a:defRPr sz="2800"/>
            </a:lvl3pPr>
            <a:lvl4pPr lvl="3" algn="ctr">
              <a:lnSpc>
                <a:spcPct val="100000"/>
              </a:lnSpc>
              <a:spcBef>
                <a:spcPts val="1600"/>
              </a:spcBef>
              <a:spcAft>
                <a:spcPts val="0"/>
              </a:spcAft>
              <a:buSzPts val="2800"/>
              <a:buNone/>
              <a:defRPr sz="2800"/>
            </a:lvl4pPr>
            <a:lvl5pPr lvl="4" algn="ctr">
              <a:lnSpc>
                <a:spcPct val="100000"/>
              </a:lnSpc>
              <a:spcBef>
                <a:spcPts val="1600"/>
              </a:spcBef>
              <a:spcAft>
                <a:spcPts val="0"/>
              </a:spcAft>
              <a:buSzPts val="2800"/>
              <a:buNone/>
              <a:defRPr sz="2800"/>
            </a:lvl5pPr>
            <a:lvl6pPr lvl="5" algn="ctr">
              <a:lnSpc>
                <a:spcPct val="100000"/>
              </a:lnSpc>
              <a:spcBef>
                <a:spcPts val="1600"/>
              </a:spcBef>
              <a:spcAft>
                <a:spcPts val="0"/>
              </a:spcAft>
              <a:buSzPts val="2800"/>
              <a:buNone/>
              <a:defRPr sz="2800"/>
            </a:lvl6pPr>
            <a:lvl7pPr lvl="6" algn="ctr">
              <a:lnSpc>
                <a:spcPct val="100000"/>
              </a:lnSpc>
              <a:spcBef>
                <a:spcPts val="1600"/>
              </a:spcBef>
              <a:spcAft>
                <a:spcPts val="0"/>
              </a:spcAft>
              <a:buSzPts val="2800"/>
              <a:buNone/>
              <a:defRPr sz="2800"/>
            </a:lvl7pPr>
            <a:lvl8pPr lvl="7" algn="ctr">
              <a:lnSpc>
                <a:spcPct val="100000"/>
              </a:lnSpc>
              <a:spcBef>
                <a:spcPts val="1600"/>
              </a:spcBef>
              <a:spcAft>
                <a:spcPts val="0"/>
              </a:spcAft>
              <a:buSzPts val="2800"/>
              <a:buNone/>
              <a:defRPr sz="2800"/>
            </a:lvl8pPr>
            <a:lvl9pPr lvl="8" algn="ctr">
              <a:lnSpc>
                <a:spcPct val="100000"/>
              </a:lnSpc>
              <a:spcBef>
                <a:spcPts val="1600"/>
              </a:spcBef>
              <a:spcAft>
                <a:spcPts val="0"/>
              </a:spcAft>
              <a:buSzPts val="2800"/>
              <a:buNone/>
              <a:defRPr sz="2800"/>
            </a:lvl9pPr>
          </a:lstStyle>
          <a:p>
            <a:endParaRPr/>
          </a:p>
        </p:txBody>
      </p:sp>
      <p:sp>
        <p:nvSpPr>
          <p:cNvPr id="33" name="Google Shape;33;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3">
  <p:cSld name="TITLE_AND_BODY_5">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128063"/>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2800"/>
              <a:buNone/>
              <a:defRPr sz="2800"/>
            </a:lvl2pPr>
            <a:lvl3pPr lvl="2" algn="l">
              <a:lnSpc>
                <a:spcPct val="100000"/>
              </a:lnSpc>
              <a:spcBef>
                <a:spcPts val="0"/>
              </a:spcBef>
              <a:spcAft>
                <a:spcPts val="0"/>
              </a:spcAft>
              <a:buSzPts val="2800"/>
              <a:buNone/>
              <a:defRPr sz="2800"/>
            </a:lvl3pPr>
            <a:lvl4pPr lvl="3" algn="l">
              <a:lnSpc>
                <a:spcPct val="100000"/>
              </a:lnSpc>
              <a:spcBef>
                <a:spcPts val="0"/>
              </a:spcBef>
              <a:spcAft>
                <a:spcPts val="0"/>
              </a:spcAft>
              <a:buSzPts val="2800"/>
              <a:buNone/>
              <a:defRPr sz="2800"/>
            </a:lvl4pPr>
            <a:lvl5pPr lvl="4" algn="l">
              <a:lnSpc>
                <a:spcPct val="100000"/>
              </a:lnSpc>
              <a:spcBef>
                <a:spcPts val="0"/>
              </a:spcBef>
              <a:spcAft>
                <a:spcPts val="0"/>
              </a:spcAft>
              <a:buSzPts val="2800"/>
              <a:buNone/>
              <a:defRPr sz="2800"/>
            </a:lvl5pPr>
            <a:lvl6pPr lvl="5" algn="l">
              <a:lnSpc>
                <a:spcPct val="100000"/>
              </a:lnSpc>
              <a:spcBef>
                <a:spcPts val="0"/>
              </a:spcBef>
              <a:spcAft>
                <a:spcPts val="0"/>
              </a:spcAft>
              <a:buSzPts val="2800"/>
              <a:buNone/>
              <a:defRPr sz="2800"/>
            </a:lvl6pPr>
            <a:lvl7pPr lvl="6" algn="l">
              <a:lnSpc>
                <a:spcPct val="100000"/>
              </a:lnSpc>
              <a:spcBef>
                <a:spcPts val="0"/>
              </a:spcBef>
              <a:spcAft>
                <a:spcPts val="0"/>
              </a:spcAft>
              <a:buSzPts val="2800"/>
              <a:buNone/>
              <a:defRPr sz="2800"/>
            </a:lvl7pPr>
            <a:lvl8pPr lvl="7" algn="l">
              <a:lnSpc>
                <a:spcPct val="100000"/>
              </a:lnSpc>
              <a:spcBef>
                <a:spcPts val="0"/>
              </a:spcBef>
              <a:spcAft>
                <a:spcPts val="0"/>
              </a:spcAft>
              <a:buSzPts val="2800"/>
              <a:buNone/>
              <a:defRPr sz="2800"/>
            </a:lvl8pPr>
            <a:lvl9pPr lvl="8" algn="l">
              <a:lnSpc>
                <a:spcPct val="100000"/>
              </a:lnSpc>
              <a:spcBef>
                <a:spcPts val="0"/>
              </a:spcBef>
              <a:spcAft>
                <a:spcPts val="0"/>
              </a:spcAft>
              <a:buSzPts val="2800"/>
              <a:buNone/>
              <a:defRPr sz="2800"/>
            </a:lvl9pPr>
          </a:lstStyle>
          <a:p>
            <a:endParaRPr/>
          </a:p>
        </p:txBody>
      </p:sp>
      <p:sp>
        <p:nvSpPr>
          <p:cNvPr id="36" name="Google Shape;36;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AND_BODY_6">
  <p:cSld name="TITLE_AND_BODY_6">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40" name="Google Shape;40;p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41" name="Google Shape;41;p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OBJECT_2">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372024" y="172908"/>
            <a:ext cx="6288300" cy="395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400" b="1" i="0">
                <a:solidFill>
                  <a:srgbClr val="0D37A9"/>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44" name="Google Shape;44;p8"/>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 name="Google Shape;45;p8"/>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p8"/>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2">
  <p:cSld name="Title Only">
    <p:spTree>
      <p:nvGrpSpPr>
        <p:cNvPr id="1" name="Shape 47"/>
        <p:cNvGrpSpPr/>
        <p:nvPr/>
      </p:nvGrpSpPr>
      <p:grpSpPr>
        <a:xfrm>
          <a:off x="0" y="0"/>
          <a:ext cx="0" cy="0"/>
          <a:chOff x="0" y="0"/>
          <a:chExt cx="0" cy="0"/>
        </a:xfrm>
      </p:grpSpPr>
      <p:sp>
        <p:nvSpPr>
          <p:cNvPr id="48" name="Google Shape;48;p9"/>
          <p:cNvSpPr txBox="1">
            <a:spLocks noGrp="1"/>
          </p:cNvSpPr>
          <p:nvPr>
            <p:ph type="title"/>
          </p:nvPr>
        </p:nvSpPr>
        <p:spPr>
          <a:xfrm>
            <a:off x="384725" y="189911"/>
            <a:ext cx="8374500" cy="360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200" b="1" i="0">
                <a:solidFill>
                  <a:srgbClr val="0D38A9"/>
                </a:solidFill>
                <a:latin typeface="Verdana"/>
                <a:ea typeface="Verdana"/>
                <a:cs typeface="Verdana"/>
                <a:sym typeface="Verdana"/>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49" name="Google Shape;49;p9"/>
          <p:cNvSpPr txBox="1">
            <a:spLocks noGrp="1"/>
          </p:cNvSpPr>
          <p:nvPr>
            <p:ph type="ftr" idx="11"/>
          </p:nvPr>
        </p:nvSpPr>
        <p:spPr>
          <a:xfrm>
            <a:off x="2424266" y="4986147"/>
            <a:ext cx="4311000" cy="1467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700" b="1" i="0" u="none" strike="noStrike" cap="none">
                <a:solidFill>
                  <a:srgbClr val="434343"/>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0" name="Google Shape;50;p9"/>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 name="Google Shape;51;p9"/>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2"/>
        <p:cNvGrpSpPr/>
        <p:nvPr/>
      </p:nvGrpSpPr>
      <p:grpSpPr>
        <a:xfrm>
          <a:off x="0" y="0"/>
          <a:ext cx="0" cy="0"/>
          <a:chOff x="0" y="0"/>
          <a:chExt cx="0" cy="0"/>
        </a:xfrm>
      </p:grpSpPr>
      <p:sp>
        <p:nvSpPr>
          <p:cNvPr id="53" name="Google Shape;53;p10"/>
          <p:cNvSpPr txBox="1">
            <a:spLocks noGrp="1"/>
          </p:cNvSpPr>
          <p:nvPr>
            <p:ph type="title"/>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a:endParaRPr/>
          </a:p>
        </p:txBody>
      </p:sp>
      <p:sp>
        <p:nvSpPr>
          <p:cNvPr id="54" name="Google Shape;54;p10"/>
          <p:cNvSpPr txBox="1">
            <a:spLocks noGrp="1"/>
          </p:cNvSpPr>
          <p:nvPr>
            <p:ph type="body" idx="1"/>
          </p:nvPr>
        </p:nvSpPr>
        <p:spPr>
          <a:xfrm>
            <a:off x="457200" y="1021842"/>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360"/>
              </a:spcBef>
              <a:spcAft>
                <a:spcPts val="0"/>
              </a:spcAft>
              <a:buClr>
                <a:schemeClr val="dk1"/>
              </a:buClr>
              <a:buSzPts val="1800"/>
              <a:buChar char="○"/>
              <a:defRPr/>
            </a:lvl2pPr>
            <a:lvl3pPr marL="1371600" lvl="2" indent="-342900" algn="l">
              <a:lnSpc>
                <a:spcPct val="115000"/>
              </a:lnSpc>
              <a:spcBef>
                <a:spcPts val="360"/>
              </a:spcBef>
              <a:spcAft>
                <a:spcPts val="0"/>
              </a:spcAft>
              <a:buClr>
                <a:schemeClr val="dk1"/>
              </a:buClr>
              <a:buSzPts val="1800"/>
              <a:buChar char="■"/>
              <a:defRPr/>
            </a:lvl3pPr>
            <a:lvl4pPr marL="1828800" lvl="3" indent="-342900" algn="l">
              <a:lnSpc>
                <a:spcPct val="115000"/>
              </a:lnSpc>
              <a:spcBef>
                <a:spcPts val="360"/>
              </a:spcBef>
              <a:spcAft>
                <a:spcPts val="0"/>
              </a:spcAft>
              <a:buClr>
                <a:schemeClr val="dk1"/>
              </a:buClr>
              <a:buSzPts val="1800"/>
              <a:buChar char="●"/>
              <a:defRPr/>
            </a:lvl4pPr>
            <a:lvl5pPr marL="2286000" lvl="4" indent="-342900" algn="l">
              <a:lnSpc>
                <a:spcPct val="115000"/>
              </a:lnSpc>
              <a:spcBef>
                <a:spcPts val="360"/>
              </a:spcBef>
              <a:spcAft>
                <a:spcPts val="0"/>
              </a:spcAft>
              <a:buClr>
                <a:schemeClr val="dk1"/>
              </a:buClr>
              <a:buSzPts val="1800"/>
              <a:buChar char="○"/>
              <a:defRPr/>
            </a:lvl5pPr>
            <a:lvl6pPr marL="2743200" lvl="5" indent="-342900" algn="l">
              <a:lnSpc>
                <a:spcPct val="115000"/>
              </a:lnSpc>
              <a:spcBef>
                <a:spcPts val="360"/>
              </a:spcBef>
              <a:spcAft>
                <a:spcPts val="0"/>
              </a:spcAft>
              <a:buClr>
                <a:schemeClr val="dk1"/>
              </a:buClr>
              <a:buSzPts val="1800"/>
              <a:buChar char="■"/>
              <a:defRPr/>
            </a:lvl6pPr>
            <a:lvl7pPr marL="3200400" lvl="6" indent="-342900" algn="l">
              <a:lnSpc>
                <a:spcPct val="115000"/>
              </a:lnSpc>
              <a:spcBef>
                <a:spcPts val="360"/>
              </a:spcBef>
              <a:spcAft>
                <a:spcPts val="0"/>
              </a:spcAft>
              <a:buClr>
                <a:schemeClr val="dk1"/>
              </a:buClr>
              <a:buSzPts val="1800"/>
              <a:buChar char="●"/>
              <a:defRPr/>
            </a:lvl7pPr>
            <a:lvl8pPr marL="3657600" lvl="7" indent="-342900" algn="l">
              <a:lnSpc>
                <a:spcPct val="115000"/>
              </a:lnSpc>
              <a:spcBef>
                <a:spcPts val="360"/>
              </a:spcBef>
              <a:spcAft>
                <a:spcPts val="0"/>
              </a:spcAft>
              <a:buClr>
                <a:schemeClr val="dk1"/>
              </a:buClr>
              <a:buSzPts val="1800"/>
              <a:buChar char="○"/>
              <a:defRPr/>
            </a:lvl8pPr>
            <a:lvl9pPr marL="4114800" lvl="8" indent="-342900" algn="l">
              <a:lnSpc>
                <a:spcPct val="115000"/>
              </a:lnSpc>
              <a:spcBef>
                <a:spcPts val="360"/>
              </a:spcBef>
              <a:spcAft>
                <a:spcPts val="1600"/>
              </a:spcAft>
              <a:buClr>
                <a:schemeClr val="dk1"/>
              </a:buClr>
              <a:buSzPts val="1800"/>
              <a:buChar char="■"/>
              <a:defRPr/>
            </a:lvl9pPr>
          </a:lstStyle>
          <a:p>
            <a:endParaRPr/>
          </a:p>
        </p:txBody>
      </p:sp>
      <p:sp>
        <p:nvSpPr>
          <p:cNvPr id="55" name="Google Shape;55;p10"/>
          <p:cNvSpPr txBox="1">
            <a:spLocks noGrp="1"/>
          </p:cNvSpPr>
          <p:nvPr>
            <p:ph type="dt" idx="10"/>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6" name="Google Shape;56;p10"/>
          <p:cNvSpPr txBox="1">
            <a:spLocks noGrp="1"/>
          </p:cNvSpPr>
          <p:nvPr>
            <p:ph type="ftr" idx="11"/>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7" name="Google Shape;57;p10"/>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3">
  <p:cSld name="OBJECT_4">
    <p:spTree>
      <p:nvGrpSpPr>
        <p:cNvPr id="1" name="Shape 58"/>
        <p:cNvGrpSpPr/>
        <p:nvPr/>
      </p:nvGrpSpPr>
      <p:grpSpPr>
        <a:xfrm>
          <a:off x="0" y="0"/>
          <a:ext cx="0" cy="0"/>
          <a:chOff x="0" y="0"/>
          <a:chExt cx="0" cy="0"/>
        </a:xfrm>
      </p:grpSpPr>
      <p:sp>
        <p:nvSpPr>
          <p:cNvPr id="59" name="Google Shape;59;p11"/>
          <p:cNvSpPr txBox="1">
            <a:spLocks noGrp="1"/>
          </p:cNvSpPr>
          <p:nvPr>
            <p:ph type="title"/>
          </p:nvPr>
        </p:nvSpPr>
        <p:spPr>
          <a:xfrm>
            <a:off x="275574" y="351128"/>
            <a:ext cx="6921600" cy="360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200" b="0" i="0">
                <a:solidFill>
                  <a:srgbClr val="434343"/>
                </a:solidFill>
                <a:latin typeface="Arial Black"/>
                <a:ea typeface="Arial Black"/>
                <a:cs typeface="Arial Black"/>
                <a:sym typeface="Arial Black"/>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0" name="Google Shape;60;p11"/>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1" name="Google Shape;61;p11"/>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 name="Google Shape;62;p11"/>
          <p:cNvSpPr txBox="1">
            <a:spLocks noGrp="1"/>
          </p:cNvSpPr>
          <p:nvPr>
            <p:ph type="sldNum" idx="12"/>
          </p:nvPr>
        </p:nvSpPr>
        <p:spPr>
          <a:xfrm>
            <a:off x="8915998" y="4976665"/>
            <a:ext cx="210900" cy="123000"/>
          </a:xfrm>
          <a:prstGeom prst="rect">
            <a:avLst/>
          </a:prstGeom>
          <a:noFill/>
          <a:ln>
            <a:noFill/>
          </a:ln>
        </p:spPr>
        <p:txBody>
          <a:bodyPr spcFirstLastPara="1" wrap="square" lIns="0" tIns="0" rIns="0" bIns="0" anchor="t" anchorCtr="0">
            <a:spAutoFit/>
          </a:bodyPr>
          <a:lstStyle>
            <a:lvl1pPr marL="3810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1pPr>
            <a:lvl2pPr marL="3810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2pPr>
            <a:lvl3pPr marL="3810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3pPr>
            <a:lvl4pPr marL="3810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4pPr>
            <a:lvl5pPr marL="3810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5pPr>
            <a:lvl6pPr marL="3810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6pPr>
            <a:lvl7pPr marL="3810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7pPr>
            <a:lvl8pPr marL="3810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8pPr>
            <a:lvl9pPr marL="3810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Arial"/>
                <a:ea typeface="Arial"/>
                <a:cs typeface="Arial"/>
                <a:sym typeface="Arial"/>
              </a:defRPr>
            </a:lvl9pPr>
          </a:lstStyle>
          <a:p>
            <a:pPr marL="38100" lvl="0" indent="0" algn="ctr" rtl="0">
              <a:spcBef>
                <a:spcPts val="0"/>
              </a:spcBef>
              <a:spcAft>
                <a:spcPts val="0"/>
              </a:spcAft>
              <a:buNone/>
            </a:pPr>
            <a:fld id="{00000000-1234-1234-1234-123412341234}" type="slidenum">
              <a:rPr lang="en"/>
              <a:t>‹#›</a:t>
            </a:fld>
            <a:endParaRPr>
              <a:latin typeface="Nunito"/>
              <a:ea typeface="Nunito"/>
              <a:cs typeface="Nunito"/>
              <a:sym typeface="Nuni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1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5" name="Google Shape;65;p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
  <p:cSld name="TITLE_AND_BODY_1">
    <p:spTree>
      <p:nvGrpSpPr>
        <p:cNvPr id="1" name="Shape 66"/>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1">
  <p:cSld name="OBJECT_1_1">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2936867" y="2199322"/>
            <a:ext cx="3275400" cy="673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4300" b="1" i="0">
                <a:solidFill>
                  <a:schemeClr val="accent2"/>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9" name="Google Shape;69;p14"/>
          <p:cNvSpPr txBox="1">
            <a:spLocks noGrp="1"/>
          </p:cNvSpPr>
          <p:nvPr>
            <p:ph type="ftr" idx="11"/>
          </p:nvPr>
        </p:nvSpPr>
        <p:spPr>
          <a:xfrm>
            <a:off x="708292" y="4920311"/>
            <a:ext cx="6447300" cy="1788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0" name="Google Shape;70;p14"/>
          <p:cNvSpPr txBox="1">
            <a:spLocks noGrp="1"/>
          </p:cNvSpPr>
          <p:nvPr>
            <p:ph type="dt" idx="10"/>
          </p:nvPr>
        </p:nvSpPr>
        <p:spPr>
          <a:xfrm>
            <a:off x="457452" y="4783454"/>
            <a:ext cx="21042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1" name="Google Shape;71;p14"/>
          <p:cNvSpPr txBox="1">
            <a:spLocks noGrp="1"/>
          </p:cNvSpPr>
          <p:nvPr>
            <p:ph type="sldNum" idx="12"/>
          </p:nvPr>
        </p:nvSpPr>
        <p:spPr>
          <a:xfrm>
            <a:off x="7529030" y="4838548"/>
            <a:ext cx="188400" cy="1692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1100" b="0" i="0" u="none" strike="noStrike" cap="none">
                <a:solidFill>
                  <a:srgbClr val="585858"/>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1100" b="0" i="0" u="none" strike="noStrike" cap="none">
                <a:solidFill>
                  <a:srgbClr val="585858"/>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1100" b="0" i="0" u="none" strike="noStrike" cap="none">
                <a:solidFill>
                  <a:srgbClr val="585858"/>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1100" b="0" i="0" u="none" strike="noStrike" cap="none">
                <a:solidFill>
                  <a:srgbClr val="585858"/>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1100" b="0" i="0" u="none" strike="noStrike" cap="none">
                <a:solidFill>
                  <a:srgbClr val="585858"/>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1100" b="0" i="0" u="none" strike="noStrike" cap="none">
                <a:solidFill>
                  <a:srgbClr val="585858"/>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1100" b="0" i="0" u="none" strike="noStrike" cap="none">
                <a:solidFill>
                  <a:srgbClr val="585858"/>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1100" b="0" i="0" u="none" strike="noStrike" cap="none">
                <a:solidFill>
                  <a:srgbClr val="585858"/>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1100" b="0" i="0" u="none" strike="noStrike" cap="none">
                <a:solidFill>
                  <a:srgbClr val="585858"/>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sz="800" b="1">
              <a:solidFill>
                <a:srgbClr val="434343"/>
              </a:solidFill>
              <a:latin typeface="Nunito"/>
              <a:ea typeface="Nunito"/>
              <a:cs typeface="Nunito"/>
              <a:sym typeface="Nuni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2">
  <p:cSld name="Blank 2">
    <p:spTree>
      <p:nvGrpSpPr>
        <p:cNvPr id="1" name="Shape 72"/>
        <p:cNvGrpSpPr/>
        <p:nvPr/>
      </p:nvGrpSpPr>
      <p:grpSpPr>
        <a:xfrm>
          <a:off x="0" y="0"/>
          <a:ext cx="0" cy="0"/>
          <a:chOff x="0" y="0"/>
          <a:chExt cx="0" cy="0"/>
        </a:xfrm>
      </p:grpSpPr>
      <p:sp>
        <p:nvSpPr>
          <p:cNvPr id="73" name="Google Shape;73;p15"/>
          <p:cNvSpPr/>
          <p:nvPr/>
        </p:nvSpPr>
        <p:spPr>
          <a:xfrm>
            <a:off x="0" y="0"/>
            <a:ext cx="9144000" cy="51435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76" name="Google Shape;76;p16"/>
          <p:cNvGraphicFramePr/>
          <p:nvPr/>
        </p:nvGraphicFramePr>
        <p:xfrm>
          <a:off x="201942" y="833662"/>
          <a:ext cx="3000000" cy="3000000"/>
        </p:xfrm>
        <a:graphic>
          <a:graphicData uri="http://schemas.openxmlformats.org/drawingml/2006/table">
            <a:tbl>
              <a:tblPr firstRow="1" bandRow="1">
                <a:noFill/>
                <a:tableStyleId>{F4365641-8200-4249-8B6C-B5293923BFB7}</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7" name="Google Shape;77;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8"/>
        <p:cNvGrpSpPr/>
        <p:nvPr/>
      </p:nvGrpSpPr>
      <p:grpSpPr>
        <a:xfrm>
          <a:off x="0" y="0"/>
          <a:ext cx="0" cy="0"/>
          <a:chOff x="0" y="0"/>
          <a:chExt cx="0" cy="0"/>
        </a:xfrm>
      </p:grpSpPr>
      <p:sp>
        <p:nvSpPr>
          <p:cNvPr id="79" name="Google Shape;79;p1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0" name="Google Shape;80;p1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1" name="Google Shape;81;p1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2" name="Google Shape;82;p1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83" name="Google Shape;83;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84"/>
        <p:cNvGrpSpPr/>
        <p:nvPr/>
      </p:nvGrpSpPr>
      <p:grpSpPr>
        <a:xfrm>
          <a:off x="0" y="0"/>
          <a:ext cx="0" cy="0"/>
          <a:chOff x="0" y="0"/>
          <a:chExt cx="0" cy="0"/>
        </a:xfrm>
      </p:grpSpPr>
      <p:sp>
        <p:nvSpPr>
          <p:cNvPr id="85" name="Google Shape;85;p18"/>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86" name="Google Shape;86;p18" descr="A close up of a logo&#10;&#10;Description automatically generated"/>
          <p:cNvPicPr preferRelativeResize="0"/>
          <p:nvPr/>
        </p:nvPicPr>
        <p:blipFill rotWithShape="1">
          <a:blip r:embed="rId2">
            <a:alphaModFix/>
          </a:blip>
          <a:srcRect l="42814" t="18360" r="37292" b="19148"/>
          <a:stretch/>
        </p:blipFill>
        <p:spPr>
          <a:xfrm>
            <a:off x="6052536" y="514443"/>
            <a:ext cx="2095112" cy="3703320"/>
          </a:xfrm>
          <a:prstGeom prst="rect">
            <a:avLst/>
          </a:prstGeom>
          <a:noFill/>
          <a:ln>
            <a:noFill/>
          </a:ln>
        </p:spPr>
      </p:pic>
      <p:sp>
        <p:nvSpPr>
          <p:cNvPr id="87" name="Google Shape;87;p18"/>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88" name="Google Shape;88;p18"/>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89" name="Google Shape;89;p18"/>
          <p:cNvPicPr preferRelativeResize="0"/>
          <p:nvPr/>
        </p:nvPicPr>
        <p:blipFill rotWithShape="1">
          <a:blip r:embed="rId3">
            <a:alphaModFix/>
          </a:blip>
          <a:srcRect/>
          <a:stretch/>
        </p:blipFill>
        <p:spPr>
          <a:xfrm>
            <a:off x="295873" y="683275"/>
            <a:ext cx="3757725" cy="8258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569519" y="142741"/>
            <a:ext cx="8004900" cy="934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0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92" name="Google Shape;92;p19"/>
          <p:cNvSpPr txBox="1">
            <a:spLocks noGrp="1"/>
          </p:cNvSpPr>
          <p:nvPr>
            <p:ph type="body" idx="1"/>
          </p:nvPr>
        </p:nvSpPr>
        <p:spPr>
          <a:xfrm>
            <a:off x="1412081" y="930269"/>
            <a:ext cx="6319800" cy="23631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sz="1900" b="0" i="0">
                <a:solidFill>
                  <a:schemeClr val="dk1"/>
                </a:solidFill>
                <a:latin typeface="Calibri"/>
                <a:ea typeface="Calibri"/>
                <a:cs typeface="Calibri"/>
                <a:sym typeface="Calibri"/>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93" name="Google Shape;93;p19"/>
          <p:cNvSpPr txBox="1">
            <a:spLocks noGrp="1"/>
          </p:cNvSpPr>
          <p:nvPr>
            <p:ph type="ftr" idx="11"/>
          </p:nvPr>
        </p:nvSpPr>
        <p:spPr>
          <a:xfrm>
            <a:off x="1574006" y="4988871"/>
            <a:ext cx="5565000" cy="1518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4" name="Google Shape;94;p19"/>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5" name="Google Shape;95;p19"/>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2 1">
  <p:cSld name="Blank">
    <p:spTree>
      <p:nvGrpSpPr>
        <p:cNvPr id="1" name="Shape 96"/>
        <p:cNvGrpSpPr/>
        <p:nvPr/>
      </p:nvGrpSpPr>
      <p:grpSpPr>
        <a:xfrm>
          <a:off x="0" y="0"/>
          <a:ext cx="0" cy="0"/>
          <a:chOff x="0" y="0"/>
          <a:chExt cx="0" cy="0"/>
        </a:xfrm>
      </p:grpSpPr>
      <p:sp>
        <p:nvSpPr>
          <p:cNvPr id="97" name="Google Shape;97;p20"/>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8" name="Google Shape;98;p20"/>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9" name="Google Shape;99;p20"/>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p:cSld name="TITLE_AND_BODY_2">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202550" y="330841"/>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sz="2100">
                <a:solidFill>
                  <a:schemeClr val="lt2"/>
                </a:solidFill>
                <a:latin typeface="Century Gothic"/>
                <a:ea typeface="Century Gothic"/>
                <a:cs typeface="Century Gothic"/>
                <a:sym typeface="Century Gothic"/>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02" name="Google Shape;102;p21"/>
          <p:cNvSpPr txBox="1">
            <a:spLocks noGrp="1"/>
          </p:cNvSpPr>
          <p:nvPr>
            <p:ph type="body" idx="1"/>
          </p:nvPr>
        </p:nvSpPr>
        <p:spPr>
          <a:xfrm>
            <a:off x="202550" y="903537"/>
            <a:ext cx="8629800" cy="29313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sz="1300">
                <a:latin typeface="Century Gothic"/>
                <a:ea typeface="Century Gothic"/>
                <a:cs typeface="Century Gothic"/>
                <a:sym typeface="Century Gothic"/>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1">
  <p:cSld name="TITLE_AND_BODY_3">
    <p:spTree>
      <p:nvGrpSpPr>
        <p:cNvPr id="1" name="Shape 103"/>
        <p:cNvGrpSpPr/>
        <p:nvPr/>
      </p:nvGrpSpPr>
      <p:grpSpPr>
        <a:xfrm>
          <a:off x="0" y="0"/>
          <a:ext cx="0" cy="0"/>
          <a:chOff x="0" y="0"/>
          <a:chExt cx="0" cy="0"/>
        </a:xfrm>
      </p:grpSpPr>
      <p:sp>
        <p:nvSpPr>
          <p:cNvPr id="104" name="Google Shape;104;p2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05" name="Google Shape;105;p22"/>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06" name="Google Shape;106;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2">
  <p:cSld name="TITLE_AND_BODY_4">
    <p:spTree>
      <p:nvGrpSpPr>
        <p:cNvPr id="1" name="Shape 107"/>
        <p:cNvGrpSpPr/>
        <p:nvPr/>
      </p:nvGrpSpPr>
      <p:grpSpPr>
        <a:xfrm>
          <a:off x="0" y="0"/>
          <a:ext cx="0" cy="0"/>
          <a:chOff x="0" y="0"/>
          <a:chExt cx="0" cy="0"/>
        </a:xfrm>
      </p:grpSpPr>
      <p:sp>
        <p:nvSpPr>
          <p:cNvPr id="108" name="Google Shape;108;p2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09" name="Google Shape;109;p2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10" name="Google Shape;110;p2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4 1">
  <p:cSld name="OBJECT_3_2">
    <p:spTree>
      <p:nvGrpSpPr>
        <p:cNvPr id="1" name="Shape 111"/>
        <p:cNvGrpSpPr/>
        <p:nvPr/>
      </p:nvGrpSpPr>
      <p:grpSpPr>
        <a:xfrm>
          <a:off x="0" y="0"/>
          <a:ext cx="0" cy="0"/>
          <a:chOff x="0" y="0"/>
          <a:chExt cx="0" cy="0"/>
        </a:xfrm>
      </p:grpSpPr>
      <p:sp>
        <p:nvSpPr>
          <p:cNvPr id="112" name="Google Shape;112;p24"/>
          <p:cNvSpPr txBox="1">
            <a:spLocks noGrp="1"/>
          </p:cNvSpPr>
          <p:nvPr>
            <p:ph type="title"/>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a:endParaRPr/>
          </a:p>
        </p:txBody>
      </p:sp>
      <p:sp>
        <p:nvSpPr>
          <p:cNvPr id="113" name="Google Shape;113;p24"/>
          <p:cNvSpPr txBox="1">
            <a:spLocks noGrp="1"/>
          </p:cNvSpPr>
          <p:nvPr>
            <p:ph type="body" idx="1"/>
          </p:nvPr>
        </p:nvSpPr>
        <p:spPr>
          <a:xfrm>
            <a:off x="457200" y="1021842"/>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360"/>
              </a:spcBef>
              <a:spcAft>
                <a:spcPts val="0"/>
              </a:spcAft>
              <a:buClr>
                <a:schemeClr val="dk1"/>
              </a:buClr>
              <a:buSzPts val="1800"/>
              <a:buChar char="○"/>
              <a:defRPr/>
            </a:lvl2pPr>
            <a:lvl3pPr marL="1371600" lvl="2" indent="-342900" algn="l">
              <a:lnSpc>
                <a:spcPct val="115000"/>
              </a:lnSpc>
              <a:spcBef>
                <a:spcPts val="360"/>
              </a:spcBef>
              <a:spcAft>
                <a:spcPts val="0"/>
              </a:spcAft>
              <a:buClr>
                <a:schemeClr val="dk1"/>
              </a:buClr>
              <a:buSzPts val="1800"/>
              <a:buChar char="■"/>
              <a:defRPr/>
            </a:lvl3pPr>
            <a:lvl4pPr marL="1828800" lvl="3" indent="-342900" algn="l">
              <a:lnSpc>
                <a:spcPct val="115000"/>
              </a:lnSpc>
              <a:spcBef>
                <a:spcPts val="360"/>
              </a:spcBef>
              <a:spcAft>
                <a:spcPts val="0"/>
              </a:spcAft>
              <a:buClr>
                <a:schemeClr val="dk1"/>
              </a:buClr>
              <a:buSzPts val="1800"/>
              <a:buChar char="●"/>
              <a:defRPr/>
            </a:lvl4pPr>
            <a:lvl5pPr marL="2286000" lvl="4" indent="-342900" algn="l">
              <a:lnSpc>
                <a:spcPct val="115000"/>
              </a:lnSpc>
              <a:spcBef>
                <a:spcPts val="360"/>
              </a:spcBef>
              <a:spcAft>
                <a:spcPts val="0"/>
              </a:spcAft>
              <a:buClr>
                <a:schemeClr val="dk1"/>
              </a:buClr>
              <a:buSzPts val="1800"/>
              <a:buChar char="○"/>
              <a:defRPr/>
            </a:lvl5pPr>
            <a:lvl6pPr marL="2743200" lvl="5" indent="-342900" algn="l">
              <a:lnSpc>
                <a:spcPct val="115000"/>
              </a:lnSpc>
              <a:spcBef>
                <a:spcPts val="360"/>
              </a:spcBef>
              <a:spcAft>
                <a:spcPts val="0"/>
              </a:spcAft>
              <a:buClr>
                <a:schemeClr val="dk1"/>
              </a:buClr>
              <a:buSzPts val="1800"/>
              <a:buChar char="■"/>
              <a:defRPr/>
            </a:lvl6pPr>
            <a:lvl7pPr marL="3200400" lvl="6" indent="-342900" algn="l">
              <a:lnSpc>
                <a:spcPct val="115000"/>
              </a:lnSpc>
              <a:spcBef>
                <a:spcPts val="360"/>
              </a:spcBef>
              <a:spcAft>
                <a:spcPts val="0"/>
              </a:spcAft>
              <a:buClr>
                <a:schemeClr val="dk1"/>
              </a:buClr>
              <a:buSzPts val="1800"/>
              <a:buChar char="●"/>
              <a:defRPr/>
            </a:lvl7pPr>
            <a:lvl8pPr marL="3657600" lvl="7" indent="-342900" algn="l">
              <a:lnSpc>
                <a:spcPct val="115000"/>
              </a:lnSpc>
              <a:spcBef>
                <a:spcPts val="360"/>
              </a:spcBef>
              <a:spcAft>
                <a:spcPts val="0"/>
              </a:spcAft>
              <a:buClr>
                <a:schemeClr val="dk1"/>
              </a:buClr>
              <a:buSzPts val="1800"/>
              <a:buChar char="○"/>
              <a:defRPr/>
            </a:lvl8pPr>
            <a:lvl9pPr marL="4114800" lvl="8" indent="-342900" algn="l">
              <a:lnSpc>
                <a:spcPct val="115000"/>
              </a:lnSpc>
              <a:spcBef>
                <a:spcPts val="360"/>
              </a:spcBef>
              <a:spcAft>
                <a:spcPts val="1600"/>
              </a:spcAft>
              <a:buClr>
                <a:schemeClr val="dk1"/>
              </a:buClr>
              <a:buSzPts val="1800"/>
              <a:buChar char="■"/>
              <a:defRPr/>
            </a:lvl9pPr>
          </a:lstStyle>
          <a:p>
            <a:endParaRPr/>
          </a:p>
        </p:txBody>
      </p:sp>
      <p:sp>
        <p:nvSpPr>
          <p:cNvPr id="114" name="Google Shape;114;p24"/>
          <p:cNvSpPr txBox="1">
            <a:spLocks noGrp="1"/>
          </p:cNvSpPr>
          <p:nvPr>
            <p:ph type="dt" idx="10"/>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5" name="Google Shape;115;p24"/>
          <p:cNvSpPr txBox="1">
            <a:spLocks noGrp="1"/>
          </p:cNvSpPr>
          <p:nvPr>
            <p:ph type="ftr" idx="11"/>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6" name="Google Shape;116;p24"/>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1 1 1">
  <p:cSld name="OBJECT_2_1">
    <p:spTree>
      <p:nvGrpSpPr>
        <p:cNvPr id="1" name="Shape 117"/>
        <p:cNvGrpSpPr/>
        <p:nvPr/>
      </p:nvGrpSpPr>
      <p:grpSpPr>
        <a:xfrm>
          <a:off x="0" y="0"/>
          <a:ext cx="0" cy="0"/>
          <a:chOff x="0" y="0"/>
          <a:chExt cx="0" cy="0"/>
        </a:xfrm>
      </p:grpSpPr>
      <p:sp>
        <p:nvSpPr>
          <p:cNvPr id="118" name="Google Shape;118;p25"/>
          <p:cNvSpPr txBox="1">
            <a:spLocks noGrp="1"/>
          </p:cNvSpPr>
          <p:nvPr>
            <p:ph type="title"/>
          </p:nvPr>
        </p:nvSpPr>
        <p:spPr>
          <a:xfrm>
            <a:off x="372024" y="172908"/>
            <a:ext cx="6288300" cy="395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400" b="1" i="0">
                <a:solidFill>
                  <a:srgbClr val="0D37A9"/>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19" name="Google Shape;119;p25"/>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0" name="Google Shape;120;p2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1" name="Google Shape;121;p25"/>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1"/>
        <p:cNvGrpSpPr/>
        <p:nvPr/>
      </p:nvGrpSpPr>
      <p:grpSpPr>
        <a:xfrm>
          <a:off x="0" y="0"/>
          <a:ext cx="0" cy="0"/>
          <a:chOff x="0" y="0"/>
          <a:chExt cx="0" cy="0"/>
        </a:xfrm>
      </p:grpSpPr>
      <p:sp>
        <p:nvSpPr>
          <p:cNvPr id="132" name="Google Shape;132;p2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3" name="Google Shape;133;p2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34" name="Google Shape;134;p2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5"/>
        <p:cNvGrpSpPr/>
        <p:nvPr/>
      </p:nvGrpSpPr>
      <p:grpSpPr>
        <a:xfrm>
          <a:off x="0" y="0"/>
          <a:ext cx="0" cy="0"/>
          <a:chOff x="0" y="0"/>
          <a:chExt cx="0" cy="0"/>
        </a:xfrm>
      </p:grpSpPr>
      <p:sp>
        <p:nvSpPr>
          <p:cNvPr id="136" name="Google Shape;136;p28"/>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37" name="Google Shape;137;p28"/>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8"/>
        <p:cNvGrpSpPr/>
        <p:nvPr/>
      </p:nvGrpSpPr>
      <p:grpSpPr>
        <a:xfrm>
          <a:off x="0" y="0"/>
          <a:ext cx="0" cy="0"/>
          <a:chOff x="0" y="0"/>
          <a:chExt cx="0" cy="0"/>
        </a:xfrm>
      </p:grpSpPr>
      <p:sp>
        <p:nvSpPr>
          <p:cNvPr id="139" name="Google Shape;139;p2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40" name="Google Shape;140;p2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41"/>
        <p:cNvGrpSpPr/>
        <p:nvPr/>
      </p:nvGrpSpPr>
      <p:grpSpPr>
        <a:xfrm>
          <a:off x="0" y="0"/>
          <a:ext cx="0" cy="0"/>
          <a:chOff x="0" y="0"/>
          <a:chExt cx="0" cy="0"/>
        </a:xfrm>
      </p:grpSpPr>
      <p:sp>
        <p:nvSpPr>
          <p:cNvPr id="142" name="Google Shape;142;p3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43" name="Google Shape;143;p30"/>
          <p:cNvGraphicFramePr/>
          <p:nvPr/>
        </p:nvGraphicFramePr>
        <p:xfrm>
          <a:off x="201942" y="833662"/>
          <a:ext cx="3000000" cy="3000000"/>
        </p:xfrm>
        <a:graphic>
          <a:graphicData uri="http://schemas.openxmlformats.org/drawingml/2006/table">
            <a:tbl>
              <a:tblPr firstRow="1" bandRow="1">
                <a:noFill/>
                <a:tableStyleId>{F4365641-8200-4249-8B6C-B5293923BFB7}</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44" name="Google Shape;144;p3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5"/>
        <p:cNvGrpSpPr/>
        <p:nvPr/>
      </p:nvGrpSpPr>
      <p:grpSpPr>
        <a:xfrm>
          <a:off x="0" y="0"/>
          <a:ext cx="0" cy="0"/>
          <a:chOff x="0" y="0"/>
          <a:chExt cx="0" cy="0"/>
        </a:xfrm>
      </p:grpSpPr>
      <p:sp>
        <p:nvSpPr>
          <p:cNvPr id="146" name="Google Shape;146;p3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47" name="Google Shape;147;p3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48" name="Google Shape;148;p3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49" name="Google Shape;149;p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0"/>
        <p:cNvGrpSpPr/>
        <p:nvPr/>
      </p:nvGrpSpPr>
      <p:grpSpPr>
        <a:xfrm>
          <a:off x="0" y="0"/>
          <a:ext cx="0" cy="0"/>
          <a:chOff x="0" y="0"/>
          <a:chExt cx="0" cy="0"/>
        </a:xfrm>
      </p:grpSpPr>
      <p:sp>
        <p:nvSpPr>
          <p:cNvPr id="151" name="Google Shape;151;p3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52" name="Google Shape;152;p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53"/>
        <p:cNvGrpSpPr/>
        <p:nvPr/>
      </p:nvGrpSpPr>
      <p:grpSpPr>
        <a:xfrm>
          <a:off x="0" y="0"/>
          <a:ext cx="0" cy="0"/>
          <a:chOff x="0" y="0"/>
          <a:chExt cx="0" cy="0"/>
        </a:xfrm>
      </p:grpSpPr>
      <p:sp>
        <p:nvSpPr>
          <p:cNvPr id="154" name="Google Shape;154;p3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55" name="Google Shape;155;p3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6"/>
        <p:cNvGrpSpPr/>
        <p:nvPr/>
      </p:nvGrpSpPr>
      <p:grpSpPr>
        <a:xfrm>
          <a:off x="0" y="0"/>
          <a:ext cx="0" cy="0"/>
          <a:chOff x="0" y="0"/>
          <a:chExt cx="0" cy="0"/>
        </a:xfrm>
      </p:grpSpPr>
      <p:sp>
        <p:nvSpPr>
          <p:cNvPr id="157" name="Google Shape;157;p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3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59" name="Google Shape;159;p3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0" name="Google Shape;160;p3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161" name="Google Shape;161;p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2"/>
        <p:cNvGrpSpPr/>
        <p:nvPr/>
      </p:nvGrpSpPr>
      <p:grpSpPr>
        <a:xfrm>
          <a:off x="0" y="0"/>
          <a:ext cx="0" cy="0"/>
          <a:chOff x="0" y="0"/>
          <a:chExt cx="0" cy="0"/>
        </a:xfrm>
      </p:grpSpPr>
      <p:sp>
        <p:nvSpPr>
          <p:cNvPr id="163" name="Google Shape;163;p3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64"/>
        <p:cNvGrpSpPr/>
        <p:nvPr/>
      </p:nvGrpSpPr>
      <p:grpSpPr>
        <a:xfrm>
          <a:off x="0" y="0"/>
          <a:ext cx="0" cy="0"/>
          <a:chOff x="0" y="0"/>
          <a:chExt cx="0" cy="0"/>
        </a:xfrm>
      </p:grpSpPr>
      <p:sp>
        <p:nvSpPr>
          <p:cNvPr id="165" name="Google Shape;165;p36"/>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66" name="Google Shape;166;p36" descr="A close up of a logo&#10;&#10;Description automatically generated"/>
          <p:cNvPicPr preferRelativeResize="0"/>
          <p:nvPr/>
        </p:nvPicPr>
        <p:blipFill rotWithShape="1">
          <a:blip r:embed="rId2">
            <a:alphaModFix/>
          </a:blip>
          <a:srcRect l="42815" t="18360" r="37295" b="19148"/>
          <a:stretch/>
        </p:blipFill>
        <p:spPr>
          <a:xfrm>
            <a:off x="6052536" y="514443"/>
            <a:ext cx="2095112" cy="3703320"/>
          </a:xfrm>
          <a:prstGeom prst="rect">
            <a:avLst/>
          </a:prstGeom>
          <a:noFill/>
          <a:ln>
            <a:noFill/>
          </a:ln>
        </p:spPr>
      </p:pic>
      <p:sp>
        <p:nvSpPr>
          <p:cNvPr id="167" name="Google Shape;167;p36"/>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68" name="Google Shape;168;p36"/>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169" name="Google Shape;169;p36"/>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0"/>
        <p:cNvGrpSpPr/>
        <p:nvPr/>
      </p:nvGrpSpPr>
      <p:grpSpPr>
        <a:xfrm>
          <a:off x="0" y="0"/>
          <a:ext cx="0" cy="0"/>
          <a:chOff x="0" y="0"/>
          <a:chExt cx="0" cy="0"/>
        </a:xfrm>
      </p:grpSpPr>
      <p:sp>
        <p:nvSpPr>
          <p:cNvPr id="171" name="Google Shape;171;p37"/>
          <p:cNvSpPr txBox="1">
            <a:spLocks noGrp="1"/>
          </p:cNvSpPr>
          <p:nvPr>
            <p:ph type="title"/>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a:endParaRPr/>
          </a:p>
        </p:txBody>
      </p:sp>
      <p:sp>
        <p:nvSpPr>
          <p:cNvPr id="172" name="Google Shape;172;p37"/>
          <p:cNvSpPr txBox="1">
            <a:spLocks noGrp="1"/>
          </p:cNvSpPr>
          <p:nvPr>
            <p:ph type="body" idx="1"/>
          </p:nvPr>
        </p:nvSpPr>
        <p:spPr>
          <a:xfrm>
            <a:off x="457200" y="1021842"/>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600"/>
              </a:spcBef>
              <a:spcAft>
                <a:spcPts val="0"/>
              </a:spcAft>
              <a:buClr>
                <a:schemeClr val="dk1"/>
              </a:buClr>
              <a:buSzPts val="1800"/>
              <a:buChar char="○"/>
              <a:defRPr/>
            </a:lvl2pPr>
            <a:lvl3pPr marL="1371600" lvl="2" indent="-342900" algn="l">
              <a:lnSpc>
                <a:spcPct val="115000"/>
              </a:lnSpc>
              <a:spcBef>
                <a:spcPts val="1600"/>
              </a:spcBef>
              <a:spcAft>
                <a:spcPts val="0"/>
              </a:spcAft>
              <a:buClr>
                <a:schemeClr val="dk1"/>
              </a:buClr>
              <a:buSzPts val="1800"/>
              <a:buChar char="■"/>
              <a:defRPr/>
            </a:lvl3pPr>
            <a:lvl4pPr marL="1828800" lvl="3" indent="-342900" algn="l">
              <a:lnSpc>
                <a:spcPct val="115000"/>
              </a:lnSpc>
              <a:spcBef>
                <a:spcPts val="1600"/>
              </a:spcBef>
              <a:spcAft>
                <a:spcPts val="0"/>
              </a:spcAft>
              <a:buClr>
                <a:schemeClr val="dk1"/>
              </a:buClr>
              <a:buSzPts val="1800"/>
              <a:buChar char="●"/>
              <a:defRPr/>
            </a:lvl4pPr>
            <a:lvl5pPr marL="2286000" lvl="4" indent="-342900" algn="l">
              <a:lnSpc>
                <a:spcPct val="115000"/>
              </a:lnSpc>
              <a:spcBef>
                <a:spcPts val="1600"/>
              </a:spcBef>
              <a:spcAft>
                <a:spcPts val="0"/>
              </a:spcAft>
              <a:buClr>
                <a:schemeClr val="dk1"/>
              </a:buClr>
              <a:buSzPts val="1800"/>
              <a:buChar char="○"/>
              <a:defRPr/>
            </a:lvl5pPr>
            <a:lvl6pPr marL="2743200" lvl="5" indent="-342900" algn="l">
              <a:lnSpc>
                <a:spcPct val="115000"/>
              </a:lnSpc>
              <a:spcBef>
                <a:spcPts val="1600"/>
              </a:spcBef>
              <a:spcAft>
                <a:spcPts val="0"/>
              </a:spcAft>
              <a:buClr>
                <a:schemeClr val="dk1"/>
              </a:buClr>
              <a:buSzPts val="1800"/>
              <a:buChar char="■"/>
              <a:defRPr/>
            </a:lvl6pPr>
            <a:lvl7pPr marL="3200400" lvl="6" indent="-342900" algn="l">
              <a:lnSpc>
                <a:spcPct val="115000"/>
              </a:lnSpc>
              <a:spcBef>
                <a:spcPts val="1600"/>
              </a:spcBef>
              <a:spcAft>
                <a:spcPts val="0"/>
              </a:spcAft>
              <a:buClr>
                <a:schemeClr val="dk1"/>
              </a:buClr>
              <a:buSzPts val="1800"/>
              <a:buChar char="●"/>
              <a:defRPr/>
            </a:lvl7pPr>
            <a:lvl8pPr marL="3657600" lvl="7" indent="-342900" algn="l">
              <a:lnSpc>
                <a:spcPct val="115000"/>
              </a:lnSpc>
              <a:spcBef>
                <a:spcPts val="1600"/>
              </a:spcBef>
              <a:spcAft>
                <a:spcPts val="0"/>
              </a:spcAft>
              <a:buClr>
                <a:schemeClr val="dk1"/>
              </a:buClr>
              <a:buSzPts val="1800"/>
              <a:buChar char="○"/>
              <a:defRPr/>
            </a:lvl8pPr>
            <a:lvl9pPr marL="4114800" lvl="8" indent="-342900" algn="l">
              <a:lnSpc>
                <a:spcPct val="115000"/>
              </a:lnSpc>
              <a:spcBef>
                <a:spcPts val="1600"/>
              </a:spcBef>
              <a:spcAft>
                <a:spcPts val="1600"/>
              </a:spcAft>
              <a:buClr>
                <a:schemeClr val="dk1"/>
              </a:buClr>
              <a:buSzPts val="1800"/>
              <a:buChar char="■"/>
              <a:defRPr/>
            </a:lvl9pPr>
          </a:lstStyle>
          <a:p>
            <a:endParaRPr/>
          </a:p>
        </p:txBody>
      </p:sp>
      <p:sp>
        <p:nvSpPr>
          <p:cNvPr id="173" name="Google Shape;173;p37"/>
          <p:cNvSpPr txBox="1">
            <a:spLocks noGrp="1"/>
          </p:cNvSpPr>
          <p:nvPr>
            <p:ph type="dt" idx="10"/>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4" name="Google Shape;174;p37"/>
          <p:cNvSpPr txBox="1">
            <a:spLocks noGrp="1"/>
          </p:cNvSpPr>
          <p:nvPr>
            <p:ph type="ftr" idx="11"/>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5" name="Google Shape;175;p37"/>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76"/>
        <p:cNvGrpSpPr/>
        <p:nvPr/>
      </p:nvGrpSpPr>
      <p:grpSpPr>
        <a:xfrm>
          <a:off x="0" y="0"/>
          <a:ext cx="0" cy="0"/>
          <a:chOff x="0" y="0"/>
          <a:chExt cx="0" cy="0"/>
        </a:xfrm>
      </p:grpSpPr>
      <p:sp>
        <p:nvSpPr>
          <p:cNvPr id="177" name="Google Shape;177;p38"/>
          <p:cNvSpPr txBox="1">
            <a:spLocks noGrp="1"/>
          </p:cNvSpPr>
          <p:nvPr>
            <p:ph type="dt" idx="10"/>
          </p:nvPr>
        </p:nvSpPr>
        <p:spPr>
          <a:xfrm>
            <a:off x="457200" y="4857749"/>
            <a:ext cx="2133600" cy="2058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8" name="Google Shape;178;p38"/>
          <p:cNvSpPr txBox="1">
            <a:spLocks noGrp="1"/>
          </p:cNvSpPr>
          <p:nvPr>
            <p:ph type="ftr" idx="11"/>
          </p:nvPr>
        </p:nvSpPr>
        <p:spPr>
          <a:xfrm>
            <a:off x="2640596" y="4857749"/>
            <a:ext cx="5507700" cy="2058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9" name="Google Shape;179;p38"/>
          <p:cNvSpPr txBox="1">
            <a:spLocks noGrp="1"/>
          </p:cNvSpPr>
          <p:nvPr>
            <p:ph type="sldNum" idx="12"/>
          </p:nvPr>
        </p:nvSpPr>
        <p:spPr>
          <a:xfrm>
            <a:off x="8204396" y="4857749"/>
            <a:ext cx="733800" cy="2058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transition spd="med">
    <p:fade thruBlk="1"/>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180"/>
        <p:cNvGrpSpPr/>
        <p:nvPr/>
      </p:nvGrpSpPr>
      <p:grpSpPr>
        <a:xfrm>
          <a:off x="0" y="0"/>
          <a:ext cx="0" cy="0"/>
          <a:chOff x="0" y="0"/>
          <a:chExt cx="0" cy="0"/>
        </a:xfrm>
      </p:grpSpPr>
      <p:sp>
        <p:nvSpPr>
          <p:cNvPr id="181" name="Google Shape;181;p39"/>
          <p:cNvSpPr txBox="1">
            <a:spLocks noGrp="1"/>
          </p:cNvSpPr>
          <p:nvPr>
            <p:ph type="title"/>
          </p:nvPr>
        </p:nvSpPr>
        <p:spPr>
          <a:xfrm>
            <a:off x="569519" y="142741"/>
            <a:ext cx="8004900" cy="934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0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82" name="Google Shape;182;p39"/>
          <p:cNvSpPr txBox="1">
            <a:spLocks noGrp="1"/>
          </p:cNvSpPr>
          <p:nvPr>
            <p:ph type="body" idx="1"/>
          </p:nvPr>
        </p:nvSpPr>
        <p:spPr>
          <a:xfrm>
            <a:off x="1412081" y="930269"/>
            <a:ext cx="6319800" cy="23631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sz="1900" b="0" i="0">
                <a:solidFill>
                  <a:schemeClr val="dk1"/>
                </a:solidFill>
                <a:latin typeface="Calibri"/>
                <a:ea typeface="Calibri"/>
                <a:cs typeface="Calibri"/>
                <a:sym typeface="Calibri"/>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83" name="Google Shape;183;p39"/>
          <p:cNvSpPr txBox="1">
            <a:spLocks noGrp="1"/>
          </p:cNvSpPr>
          <p:nvPr>
            <p:ph type="ftr" idx="11"/>
          </p:nvPr>
        </p:nvSpPr>
        <p:spPr>
          <a:xfrm>
            <a:off x="1574006" y="4988871"/>
            <a:ext cx="5565000" cy="1518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4" name="Google Shape;184;p39"/>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5" name="Google Shape;185;p39"/>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Only 1">
  <p:cSld name="Title Only_1">
    <p:spTree>
      <p:nvGrpSpPr>
        <p:cNvPr id="1" name="Shape 186"/>
        <p:cNvGrpSpPr/>
        <p:nvPr/>
      </p:nvGrpSpPr>
      <p:grpSpPr>
        <a:xfrm>
          <a:off x="0" y="0"/>
          <a:ext cx="0" cy="0"/>
          <a:chOff x="0" y="0"/>
          <a:chExt cx="0" cy="0"/>
        </a:xfrm>
      </p:grpSpPr>
      <p:sp>
        <p:nvSpPr>
          <p:cNvPr id="187" name="Google Shape;187;p40"/>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88" name="Google Shape;188;p40"/>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9" name="Google Shape;189;p40"/>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0" name="Google Shape;190;p40"/>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2">
  <p:cSld name="Title Only_2">
    <p:spTree>
      <p:nvGrpSpPr>
        <p:cNvPr id="1" name="Shape 191"/>
        <p:cNvGrpSpPr/>
        <p:nvPr/>
      </p:nvGrpSpPr>
      <p:grpSpPr>
        <a:xfrm>
          <a:off x="0" y="0"/>
          <a:ext cx="0" cy="0"/>
          <a:chOff x="0" y="0"/>
          <a:chExt cx="0" cy="0"/>
        </a:xfrm>
      </p:grpSpPr>
      <p:sp>
        <p:nvSpPr>
          <p:cNvPr id="192" name="Google Shape;192;p41"/>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3" name="Google Shape;193;p41"/>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4" name="Google Shape;194;p41"/>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5" name="Google Shape;195;p41"/>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3">
  <p:cSld name="Title Only_3">
    <p:spTree>
      <p:nvGrpSpPr>
        <p:cNvPr id="1" name="Shape 196"/>
        <p:cNvGrpSpPr/>
        <p:nvPr/>
      </p:nvGrpSpPr>
      <p:grpSpPr>
        <a:xfrm>
          <a:off x="0" y="0"/>
          <a:ext cx="0" cy="0"/>
          <a:chOff x="0" y="0"/>
          <a:chExt cx="0" cy="0"/>
        </a:xfrm>
      </p:grpSpPr>
      <p:sp>
        <p:nvSpPr>
          <p:cNvPr id="197" name="Google Shape;197;p42"/>
          <p:cNvSpPr txBox="1">
            <a:spLocks noGrp="1"/>
          </p:cNvSpPr>
          <p:nvPr>
            <p:ph type="title"/>
          </p:nvPr>
        </p:nvSpPr>
        <p:spPr>
          <a:xfrm>
            <a:off x="390424" y="497078"/>
            <a:ext cx="8363100" cy="452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800" b="0"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8" name="Google Shape;198;p42"/>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9" name="Google Shape;199;p42"/>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00" name="Google Shape;200;p42"/>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p:cSld name="OBJECT_1">
    <p:spTree>
      <p:nvGrpSpPr>
        <p:cNvPr id="1" name="Shape 201"/>
        <p:cNvGrpSpPr/>
        <p:nvPr/>
      </p:nvGrpSpPr>
      <p:grpSpPr>
        <a:xfrm>
          <a:off x="0" y="0"/>
          <a:ext cx="0" cy="0"/>
          <a:chOff x="0" y="0"/>
          <a:chExt cx="0" cy="0"/>
        </a:xfrm>
      </p:grpSpPr>
      <p:sp>
        <p:nvSpPr>
          <p:cNvPr id="202" name="Google Shape;202;p43"/>
          <p:cNvSpPr txBox="1">
            <a:spLocks noGrp="1"/>
          </p:cNvSpPr>
          <p:nvPr>
            <p:ph type="ctrTitle"/>
          </p:nvPr>
        </p:nvSpPr>
        <p:spPr>
          <a:xfrm>
            <a:off x="2938259" y="1851799"/>
            <a:ext cx="3267600" cy="818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5200" b="0" i="0">
                <a:solidFill>
                  <a:srgbClr val="365F9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203" name="Google Shape;203;p43"/>
          <p:cNvSpPr txBox="1">
            <a:spLocks noGrp="1"/>
          </p:cNvSpPr>
          <p:nvPr>
            <p:ph type="subTitle" idx="1"/>
          </p:nvPr>
        </p:nvSpPr>
        <p:spPr>
          <a:xfrm>
            <a:off x="1371600" y="2880360"/>
            <a:ext cx="6400800" cy="1285800"/>
          </a:xfrm>
          <a:prstGeom prst="rect">
            <a:avLst/>
          </a:prstGeom>
          <a:noFill/>
          <a:ln>
            <a:noFill/>
          </a:ln>
        </p:spPr>
        <p:txBody>
          <a:bodyPr spcFirstLastPara="1" wrap="square" lIns="0" tIns="0" rIns="0" bIns="0" anchor="t" anchorCtr="0">
            <a:spAutoFit/>
          </a:bodyPr>
          <a:lstStyle>
            <a:lvl1pPr lvl="0" algn="l">
              <a:lnSpc>
                <a:spcPct val="115000"/>
              </a:lnSpc>
              <a:spcBef>
                <a:spcPts val="0"/>
              </a:spcBef>
              <a:spcAft>
                <a:spcPts val="0"/>
              </a:spcAft>
              <a:buSzPts val="1500"/>
              <a:buNone/>
              <a:defRPr/>
            </a:lvl1pPr>
            <a:lvl2pPr lvl="1" algn="l">
              <a:lnSpc>
                <a:spcPct val="115000"/>
              </a:lnSpc>
              <a:spcBef>
                <a:spcPts val="1600"/>
              </a:spcBef>
              <a:spcAft>
                <a:spcPts val="0"/>
              </a:spcAft>
              <a:buSzPts val="13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9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700"/>
              <a:buNone/>
              <a:defRPr/>
            </a:lvl8pPr>
            <a:lvl9pPr lvl="8" algn="l">
              <a:lnSpc>
                <a:spcPct val="115000"/>
              </a:lnSpc>
              <a:spcBef>
                <a:spcPts val="1600"/>
              </a:spcBef>
              <a:spcAft>
                <a:spcPts val="1600"/>
              </a:spcAft>
              <a:buSzPts val="600"/>
              <a:buNone/>
              <a:defRPr/>
            </a:lvl9pPr>
          </a:lstStyle>
          <a:p>
            <a:endParaRPr/>
          </a:p>
        </p:txBody>
      </p:sp>
      <p:sp>
        <p:nvSpPr>
          <p:cNvPr id="204" name="Google Shape;204;p43"/>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05" name="Google Shape;205;p4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06" name="Google Shape;206;p43"/>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Only 4">
  <p:cSld name="OBJECT_2">
    <p:spTree>
      <p:nvGrpSpPr>
        <p:cNvPr id="1" name="Shape 207"/>
        <p:cNvGrpSpPr/>
        <p:nvPr/>
      </p:nvGrpSpPr>
      <p:grpSpPr>
        <a:xfrm>
          <a:off x="0" y="0"/>
          <a:ext cx="0" cy="0"/>
          <a:chOff x="0" y="0"/>
          <a:chExt cx="0" cy="0"/>
        </a:xfrm>
      </p:grpSpPr>
      <p:sp>
        <p:nvSpPr>
          <p:cNvPr id="208" name="Google Shape;208;p44"/>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209" name="Google Shape;209;p44"/>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0" name="Google Shape;210;p4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1" name="Google Shape;211;p44"/>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2">
  <p:cSld name="Blank">
    <p:spTree>
      <p:nvGrpSpPr>
        <p:cNvPr id="1" name="Shape 212"/>
        <p:cNvGrpSpPr/>
        <p:nvPr/>
      </p:nvGrpSpPr>
      <p:grpSpPr>
        <a:xfrm>
          <a:off x="0" y="0"/>
          <a:ext cx="0" cy="0"/>
          <a:chOff x="0" y="0"/>
          <a:chExt cx="0" cy="0"/>
        </a:xfrm>
      </p:grpSpPr>
      <p:sp>
        <p:nvSpPr>
          <p:cNvPr id="213" name="Google Shape;213;p45"/>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4" name="Google Shape;214;p4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5" name="Google Shape;215;p45"/>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16"/>
        <p:cNvGrpSpPr/>
        <p:nvPr/>
      </p:nvGrpSpPr>
      <p:grpSpPr>
        <a:xfrm>
          <a:off x="0" y="0"/>
          <a:ext cx="0" cy="0"/>
          <a:chOff x="0" y="0"/>
          <a:chExt cx="0" cy="0"/>
        </a:xfrm>
      </p:grpSpPr>
      <p:sp>
        <p:nvSpPr>
          <p:cNvPr id="217" name="Google Shape;217;p46"/>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218" name="Google Shape;218;p46"/>
          <p:cNvSpPr txBox="1">
            <a:spLocks noGrp="1"/>
          </p:cNvSpPr>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219" name="Google Shape;219;p46"/>
          <p:cNvSpPr txBox="1">
            <a:spLocks noGrp="1"/>
          </p:cNvSpPr>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220" name="Google Shape;220;p46"/>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1" name="Google Shape;221;p4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2" name="Google Shape;222;p46"/>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1 1">
  <p:cSld name="OBJECT_1_1">
    <p:spTree>
      <p:nvGrpSpPr>
        <p:cNvPr id="1" name="Shape 223"/>
        <p:cNvGrpSpPr/>
        <p:nvPr/>
      </p:nvGrpSpPr>
      <p:grpSpPr>
        <a:xfrm>
          <a:off x="0" y="0"/>
          <a:ext cx="0" cy="0"/>
          <a:chOff x="0" y="0"/>
          <a:chExt cx="0" cy="0"/>
        </a:xfrm>
      </p:grpSpPr>
      <p:sp>
        <p:nvSpPr>
          <p:cNvPr id="224" name="Google Shape;224;p47"/>
          <p:cNvSpPr txBox="1">
            <a:spLocks noGrp="1"/>
          </p:cNvSpPr>
          <p:nvPr>
            <p:ph type="title"/>
          </p:nvPr>
        </p:nvSpPr>
        <p:spPr>
          <a:xfrm>
            <a:off x="2936867" y="2199322"/>
            <a:ext cx="3275400" cy="673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4300" b="1" i="0">
                <a:solidFill>
                  <a:schemeClr val="accent2"/>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225" name="Google Shape;225;p47"/>
          <p:cNvSpPr txBox="1">
            <a:spLocks noGrp="1"/>
          </p:cNvSpPr>
          <p:nvPr>
            <p:ph type="ftr" idx="11"/>
          </p:nvPr>
        </p:nvSpPr>
        <p:spPr>
          <a:xfrm>
            <a:off x="708292" y="4920311"/>
            <a:ext cx="6447300" cy="1788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6" name="Google Shape;226;p47"/>
          <p:cNvSpPr txBox="1">
            <a:spLocks noGrp="1"/>
          </p:cNvSpPr>
          <p:nvPr>
            <p:ph type="dt" idx="10"/>
          </p:nvPr>
        </p:nvSpPr>
        <p:spPr>
          <a:xfrm>
            <a:off x="457452" y="4783454"/>
            <a:ext cx="21042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7" name="Google Shape;227;p47"/>
          <p:cNvSpPr txBox="1">
            <a:spLocks noGrp="1"/>
          </p:cNvSpPr>
          <p:nvPr>
            <p:ph type="sldNum" idx="12"/>
          </p:nvPr>
        </p:nvSpPr>
        <p:spPr>
          <a:xfrm>
            <a:off x="7529030" y="4838548"/>
            <a:ext cx="188400" cy="1692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sz="800" b="1">
              <a:solidFill>
                <a:srgbClr val="434343"/>
              </a:solidFill>
              <a:latin typeface="Nunito"/>
              <a:ea typeface="Nunito"/>
              <a:cs typeface="Nunito"/>
              <a:sym typeface="Nunito"/>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lank Slide ">
  <p:cSld name="TITLE_AND_BODY_1">
    <p:spTree>
      <p:nvGrpSpPr>
        <p:cNvPr id="1" name="Shape 228"/>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lank 2 1">
  <p:cSld name="Blank 2">
    <p:spTree>
      <p:nvGrpSpPr>
        <p:cNvPr id="1" name="Shape 229"/>
        <p:cNvGrpSpPr/>
        <p:nvPr/>
      </p:nvGrpSpPr>
      <p:grpSpPr>
        <a:xfrm>
          <a:off x="0" y="0"/>
          <a:ext cx="0" cy="0"/>
          <a:chOff x="0" y="0"/>
          <a:chExt cx="0" cy="0"/>
        </a:xfrm>
      </p:grpSpPr>
      <p:sp>
        <p:nvSpPr>
          <p:cNvPr id="230" name="Google Shape;230;p49"/>
          <p:cNvSpPr/>
          <p:nvPr/>
        </p:nvSpPr>
        <p:spPr>
          <a:xfrm>
            <a:off x="0" y="0"/>
            <a:ext cx="9144000" cy="51435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body 2">
  <p:cSld name="TITLE_AND_BODY_4">
    <p:spTree>
      <p:nvGrpSpPr>
        <p:cNvPr id="1" name="Shape 231"/>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241"/>
        <p:cNvGrpSpPr/>
        <p:nvPr/>
      </p:nvGrpSpPr>
      <p:grpSpPr>
        <a:xfrm>
          <a:off x="0" y="0"/>
          <a:ext cx="0" cy="0"/>
          <a:chOff x="0" y="0"/>
          <a:chExt cx="0" cy="0"/>
        </a:xfrm>
      </p:grpSpPr>
      <p:sp>
        <p:nvSpPr>
          <p:cNvPr id="242" name="Google Shape;242;p52"/>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243" name="Google Shape;243;p52" descr="A close up of a logo&#10;&#10;Description automatically generated"/>
          <p:cNvPicPr preferRelativeResize="0"/>
          <p:nvPr/>
        </p:nvPicPr>
        <p:blipFill rotWithShape="1">
          <a:blip r:embed="rId2">
            <a:alphaModFix/>
          </a:blip>
          <a:srcRect l="42815" t="18360" r="37295" b="19148"/>
          <a:stretch/>
        </p:blipFill>
        <p:spPr>
          <a:xfrm>
            <a:off x="6052536" y="514443"/>
            <a:ext cx="2095112" cy="3703320"/>
          </a:xfrm>
          <a:prstGeom prst="rect">
            <a:avLst/>
          </a:prstGeom>
          <a:noFill/>
          <a:ln>
            <a:noFill/>
          </a:ln>
        </p:spPr>
      </p:pic>
      <p:sp>
        <p:nvSpPr>
          <p:cNvPr id="244" name="Google Shape;244;p5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245" name="Google Shape;245;p52"/>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Power Ahead!</a:t>
            </a:r>
            <a:endParaRPr sz="3300" b="0" i="0" u="none" strike="noStrike" cap="none">
              <a:solidFill>
                <a:schemeClr val="lt1"/>
              </a:solidFill>
              <a:latin typeface="Nunito ExtraBold"/>
              <a:ea typeface="Nunito ExtraBold"/>
              <a:cs typeface="Nunito ExtraBold"/>
              <a:sym typeface="Nunito ExtraBold"/>
            </a:endParaRPr>
          </a:p>
        </p:txBody>
      </p:sp>
      <p:pic>
        <p:nvPicPr>
          <p:cNvPr id="246" name="Google Shape;246;p52"/>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7"/>
        <p:cNvGrpSpPr/>
        <p:nvPr/>
      </p:nvGrpSpPr>
      <p:grpSpPr>
        <a:xfrm>
          <a:off x="0" y="0"/>
          <a:ext cx="0" cy="0"/>
          <a:chOff x="0" y="0"/>
          <a:chExt cx="0" cy="0"/>
        </a:xfrm>
      </p:grpSpPr>
      <p:sp>
        <p:nvSpPr>
          <p:cNvPr id="248" name="Google Shape;248;p53"/>
          <p:cNvSpPr txBox="1">
            <a:spLocks noGrp="1"/>
          </p:cNvSpPr>
          <p:nvPr>
            <p:ph type="ctrTitle"/>
          </p:nvPr>
        </p:nvSpPr>
        <p:spPr>
          <a:xfrm>
            <a:off x="1260908" y="717750"/>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249" name="Google Shape;249;p53"/>
          <p:cNvSpPr txBox="1">
            <a:spLocks noGrp="1"/>
          </p:cNvSpPr>
          <p:nvPr>
            <p:ph type="subTitle" idx="1"/>
          </p:nvPr>
        </p:nvSpPr>
        <p:spPr>
          <a:xfrm>
            <a:off x="1260902" y="2770350"/>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0"/>
        <p:cNvGrpSpPr/>
        <p:nvPr/>
      </p:nvGrpSpPr>
      <p:grpSpPr>
        <a:xfrm>
          <a:off x="0" y="0"/>
          <a:ext cx="0" cy="0"/>
          <a:chOff x="0" y="0"/>
          <a:chExt cx="0" cy="0"/>
        </a:xfrm>
      </p:grpSpPr>
      <p:sp>
        <p:nvSpPr>
          <p:cNvPr id="251" name="Google Shape;251;p5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52" name="Google Shape;252;p5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3"/>
        <p:cNvGrpSpPr/>
        <p:nvPr/>
      </p:nvGrpSpPr>
      <p:grpSpPr>
        <a:xfrm>
          <a:off x="0" y="0"/>
          <a:ext cx="0" cy="0"/>
          <a:chOff x="0" y="0"/>
          <a:chExt cx="0" cy="0"/>
        </a:xfrm>
      </p:grpSpPr>
      <p:sp>
        <p:nvSpPr>
          <p:cNvPr id="254" name="Google Shape;254;p5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255" name="Google Shape;255;p5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56" name="Google Shape;256;p5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57"/>
        <p:cNvGrpSpPr/>
        <p:nvPr/>
      </p:nvGrpSpPr>
      <p:grpSpPr>
        <a:xfrm>
          <a:off x="0" y="0"/>
          <a:ext cx="0" cy="0"/>
          <a:chOff x="0" y="0"/>
          <a:chExt cx="0" cy="0"/>
        </a:xfrm>
      </p:grpSpPr>
      <p:sp>
        <p:nvSpPr>
          <p:cNvPr id="258" name="Google Shape;258;p5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59" name="Google Shape;259;p56"/>
          <p:cNvGraphicFramePr/>
          <p:nvPr/>
        </p:nvGraphicFramePr>
        <p:xfrm>
          <a:off x="201942" y="833662"/>
          <a:ext cx="3000000" cy="3000000"/>
        </p:xfrm>
        <a:graphic>
          <a:graphicData uri="http://schemas.openxmlformats.org/drawingml/2006/table">
            <a:tbl>
              <a:tblPr firstRow="1" bandRow="1">
                <a:noFill/>
                <a:tableStyleId>{F4365641-8200-4249-8B6C-B5293923BFB7}</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60" name="Google Shape;260;p5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1"/>
        <p:cNvGrpSpPr/>
        <p:nvPr/>
      </p:nvGrpSpPr>
      <p:grpSpPr>
        <a:xfrm>
          <a:off x="0" y="0"/>
          <a:ext cx="0" cy="0"/>
          <a:chOff x="0" y="0"/>
          <a:chExt cx="0" cy="0"/>
        </a:xfrm>
      </p:grpSpPr>
      <p:sp>
        <p:nvSpPr>
          <p:cNvPr id="262" name="Google Shape;262;p5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263" name="Google Shape;263;p5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64" name="Google Shape;264;p5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65" name="Google Shape;265;p5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6"/>
        <p:cNvGrpSpPr/>
        <p:nvPr/>
      </p:nvGrpSpPr>
      <p:grpSpPr>
        <a:xfrm>
          <a:off x="0" y="0"/>
          <a:ext cx="0" cy="0"/>
          <a:chOff x="0" y="0"/>
          <a:chExt cx="0" cy="0"/>
        </a:xfrm>
      </p:grpSpPr>
      <p:sp>
        <p:nvSpPr>
          <p:cNvPr id="267" name="Google Shape;267;p5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268" name="Google Shape;268;p5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69"/>
        <p:cNvGrpSpPr/>
        <p:nvPr/>
      </p:nvGrpSpPr>
      <p:grpSpPr>
        <a:xfrm>
          <a:off x="0" y="0"/>
          <a:ext cx="0" cy="0"/>
          <a:chOff x="0" y="0"/>
          <a:chExt cx="0" cy="0"/>
        </a:xfrm>
      </p:grpSpPr>
      <p:sp>
        <p:nvSpPr>
          <p:cNvPr id="270" name="Google Shape;270;p5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271" name="Google Shape;271;p5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2"/>
        <p:cNvGrpSpPr/>
        <p:nvPr/>
      </p:nvGrpSpPr>
      <p:grpSpPr>
        <a:xfrm>
          <a:off x="0" y="0"/>
          <a:ext cx="0" cy="0"/>
          <a:chOff x="0" y="0"/>
          <a:chExt cx="0" cy="0"/>
        </a:xfrm>
      </p:grpSpPr>
      <p:sp>
        <p:nvSpPr>
          <p:cNvPr id="273" name="Google Shape;273;p6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6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75" name="Google Shape;275;p6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76" name="Google Shape;276;p6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277" name="Google Shape;277;p6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8"/>
        <p:cNvGrpSpPr/>
        <p:nvPr/>
      </p:nvGrpSpPr>
      <p:grpSpPr>
        <a:xfrm>
          <a:off x="0" y="0"/>
          <a:ext cx="0" cy="0"/>
          <a:chOff x="0" y="0"/>
          <a:chExt cx="0" cy="0"/>
        </a:xfrm>
      </p:grpSpPr>
      <p:sp>
        <p:nvSpPr>
          <p:cNvPr id="279" name="Google Shape;279;p6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 Id="rId26"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slideLayout" Target="../slideLayouts/slideLayout37.xml"/><Relationship Id="rId14" Type="http://schemas.openxmlformats.org/officeDocument/2006/relationships/slideLayout" Target="../slideLayouts/slideLayout38.xml"/><Relationship Id="rId15" Type="http://schemas.openxmlformats.org/officeDocument/2006/relationships/slideLayout" Target="../slideLayouts/slideLayout39.xml"/><Relationship Id="rId16" Type="http://schemas.openxmlformats.org/officeDocument/2006/relationships/slideLayout" Target="../slideLayouts/slideLayout40.xml"/><Relationship Id="rId17" Type="http://schemas.openxmlformats.org/officeDocument/2006/relationships/slideLayout" Target="../slideLayouts/slideLayout41.xml"/><Relationship Id="rId18" Type="http://schemas.openxmlformats.org/officeDocument/2006/relationships/slideLayout" Target="../slideLayouts/slideLayout42.xml"/><Relationship Id="rId19" Type="http://schemas.openxmlformats.org/officeDocument/2006/relationships/slideLayout" Target="../slideLayouts/slideLayout43.xml"/><Relationship Id="rId20" Type="http://schemas.openxmlformats.org/officeDocument/2006/relationships/slideLayout" Target="../slideLayouts/slideLayout44.xml"/><Relationship Id="rId21" Type="http://schemas.openxmlformats.org/officeDocument/2006/relationships/slideLayout" Target="../slideLayouts/slideLayout45.xml"/><Relationship Id="rId22" Type="http://schemas.openxmlformats.org/officeDocument/2006/relationships/slideLayout" Target="../slideLayouts/slideLayout46.xml"/><Relationship Id="rId23" Type="http://schemas.openxmlformats.org/officeDocument/2006/relationships/slideLayout" Target="../slideLayouts/slideLayout47.xml"/><Relationship Id="rId24" Type="http://schemas.openxmlformats.org/officeDocument/2006/relationships/slideLayout" Target="../slideLayouts/slideLayout48.xml"/><Relationship Id="rId25" Type="http://schemas.openxmlformats.org/officeDocument/2006/relationships/theme" Target="../theme/theme2.xml"/><Relationship Id="rId26"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 Id="rId9" Type="http://schemas.openxmlformats.org/officeDocument/2006/relationships/slideLayout" Target="../slideLayouts/slideLayout57.xml"/><Relationship Id="rId10" Type="http://schemas.openxmlformats.org/officeDocument/2006/relationships/slideLayout" Target="../slideLayouts/slideLayout58.xml"/><Relationship Id="rId11" Type="http://schemas.openxmlformats.org/officeDocument/2006/relationships/theme" Target="../theme/theme3.xml"/><Relationship Id="rId1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p1"/>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p1"/>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p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p1"/>
          <p:cNvPicPr preferRelativeResize="0"/>
          <p:nvPr/>
        </p:nvPicPr>
        <p:blipFill rotWithShape="1">
          <a:blip r:embed="rId26">
            <a:alphaModFix/>
          </a:blip>
          <a:srcRect/>
          <a:stretch/>
        </p:blipFill>
        <p:spPr>
          <a:xfrm>
            <a:off x="7669500" y="68263"/>
            <a:ext cx="1395475" cy="572703"/>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22"/>
        <p:cNvGrpSpPr/>
        <p:nvPr/>
      </p:nvGrpSpPr>
      <p:grpSpPr>
        <a:xfrm>
          <a:off x="0" y="0"/>
          <a:ext cx="0" cy="0"/>
          <a:chOff x="0" y="0"/>
          <a:chExt cx="0" cy="0"/>
        </a:xfrm>
      </p:grpSpPr>
      <p:sp>
        <p:nvSpPr>
          <p:cNvPr id="123" name="Google Shape;123;p2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124" name="Google Shape;124;p26"/>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25" name="Google Shape;125;p26"/>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26" name="Google Shape;126;p2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27" name="Google Shape;127;p26"/>
          <p:cNvPicPr preferRelativeResize="0"/>
          <p:nvPr/>
        </p:nvPicPr>
        <p:blipFill rotWithShape="1">
          <a:blip r:embed="rId26">
            <a:alphaModFix/>
          </a:blip>
          <a:srcRect/>
          <a:stretch/>
        </p:blipFill>
        <p:spPr>
          <a:xfrm>
            <a:off x="7669500" y="68264"/>
            <a:ext cx="1395475" cy="572700"/>
          </a:xfrm>
          <a:prstGeom prst="rect">
            <a:avLst/>
          </a:prstGeom>
          <a:noFill/>
          <a:ln>
            <a:noFill/>
          </a:ln>
        </p:spPr>
      </p:pic>
      <p:grpSp>
        <p:nvGrpSpPr>
          <p:cNvPr id="128" name="Google Shape;128;p26"/>
          <p:cNvGrpSpPr/>
          <p:nvPr/>
        </p:nvGrpSpPr>
        <p:grpSpPr>
          <a:xfrm>
            <a:off x="6593" y="10"/>
            <a:ext cx="175500" cy="709221"/>
            <a:chOff x="6593" y="10"/>
            <a:chExt cx="175500" cy="709221"/>
          </a:xfrm>
        </p:grpSpPr>
        <p:sp>
          <p:nvSpPr>
            <p:cNvPr id="129" name="Google Shape;129;p26"/>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26"/>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 id="2147483694" r:id="rId23"/>
    <p:sldLayoutId id="2147483695"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32"/>
        <p:cNvGrpSpPr/>
        <p:nvPr/>
      </p:nvGrpSpPr>
      <p:grpSpPr>
        <a:xfrm>
          <a:off x="0" y="0"/>
          <a:ext cx="0" cy="0"/>
          <a:chOff x="0" y="0"/>
          <a:chExt cx="0" cy="0"/>
        </a:xfrm>
      </p:grpSpPr>
      <p:sp>
        <p:nvSpPr>
          <p:cNvPr id="233" name="Google Shape;233;p5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234" name="Google Shape;234;p51"/>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235" name="Google Shape;235;p51"/>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236" name="Google Shape;236;p5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237" name="Google Shape;237;p51"/>
          <p:cNvPicPr preferRelativeResize="0"/>
          <p:nvPr/>
        </p:nvPicPr>
        <p:blipFill rotWithShape="1">
          <a:blip r:embed="rId12">
            <a:alphaModFix/>
          </a:blip>
          <a:srcRect/>
          <a:stretch/>
        </p:blipFill>
        <p:spPr>
          <a:xfrm>
            <a:off x="7669500" y="68264"/>
            <a:ext cx="1395475" cy="572700"/>
          </a:xfrm>
          <a:prstGeom prst="rect">
            <a:avLst/>
          </a:prstGeom>
          <a:noFill/>
          <a:ln>
            <a:noFill/>
          </a:ln>
        </p:spPr>
      </p:pic>
      <p:grpSp>
        <p:nvGrpSpPr>
          <p:cNvPr id="238" name="Google Shape;238;p51"/>
          <p:cNvGrpSpPr/>
          <p:nvPr/>
        </p:nvGrpSpPr>
        <p:grpSpPr>
          <a:xfrm>
            <a:off x="6593" y="10"/>
            <a:ext cx="175500" cy="709221"/>
            <a:chOff x="6593" y="10"/>
            <a:chExt cx="175500" cy="709221"/>
          </a:xfrm>
        </p:grpSpPr>
        <p:sp>
          <p:nvSpPr>
            <p:cNvPr id="239" name="Google Shape;239;p51"/>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51"/>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62"/>
          <p:cNvSpPr txBox="1"/>
          <p:nvPr/>
        </p:nvSpPr>
        <p:spPr>
          <a:xfrm>
            <a:off x="1005840" y="1188720"/>
            <a:ext cx="7223760" cy="960120"/>
          </a:xfrm>
          <a:prstGeom prst="rect">
            <a:avLst/>
          </a:prstGeom>
          <a:noFill/>
          <a:ln>
            <a:noFill/>
          </a:ln>
        </p:spPr>
        <p:txBody>
          <a:bodyPr spcFirstLastPara="1" wrap="square" lIns="91425" tIns="91425" rIns="91425" bIns="91425" anchor="t" anchorCtr="0">
            <a:spAutoFit/>
          </a:bodyPr>
          <a:lstStyle/>
          <a:p>
            <a:pPr marL="0" marR="0" lvl="0" indent="0" algn="l" rtl="0">
              <a:buNone/>
              <a:lnSpc>
                <a:spcPct val="100000"/>
              </a:lnSpc>
              <a:spcBef>
                <a:spcPts val="0"/>
              </a:spcBef>
              <a:spcAft>
                <a:spcPts val="0"/>
              </a:spcAft>
              <a:buClr>
                <a:srgbClr val="000000"/>
              </a:buClr>
              <a:buSzPts val="4100"/>
            </a:pPr>
            <a:r>
              <a:rPr b="1" sz="2800">
                <a:solidFill>
                  <a:srgbClr val="0E39A9"/>
                </a:solidFill>
              </a:rPr>
              <a:t>AI-Powered Support Ticket Intelligence</a:t>
            </a:r>
            <a:endParaRPr sz="4100" b="1" i="0" u="none" strike="noStrike" cap="none">
              <a:solidFill>
                <a:srgbClr val="0E39A9"/>
              </a:solidFill>
              <a:latin typeface="Nunito"/>
              <a:ea typeface="Nunito"/>
              <a:cs typeface="Nunito"/>
              <a:sym typeface="Nunito"/>
            </a:endParaRPr>
          </a:p>
        </p:txBody>
      </p:sp>
      <p:sp>
        <p:nvSpPr>
          <p:cNvPr id="285" name="Google Shape;285;p62"/>
          <p:cNvSpPr txBox="1"/>
          <p:nvPr/>
        </p:nvSpPr>
        <p:spPr>
          <a:xfrm>
            <a:off x="1005840" y="2240280"/>
            <a:ext cx="7223760" cy="777240"/>
          </a:xfrm>
          <a:prstGeom prst="rect">
            <a:avLst/>
          </a:prstGeom>
          <a:noFill/>
          <a:ln>
            <a:noFill/>
          </a:ln>
        </p:spPr>
        <p:txBody>
          <a:bodyPr spcFirstLastPara="1" wrap="square" lIns="91425" tIns="91425" rIns="91425" bIns="91425" anchor="t" anchorCtr="0">
            <a:spAutoFit/>
          </a:bodyPr>
          <a:lstStyle/>
          <a:p>
            <a:pPr marL="0" marR="0" lvl="0" indent="0" algn="l" rtl="0">
              <a:buNone/>
              <a:lnSpc>
                <a:spcPct val="100000"/>
              </a:lnSpc>
              <a:spcBef>
                <a:spcPts val="0"/>
              </a:spcBef>
              <a:spcAft>
                <a:spcPts val="0"/>
              </a:spcAft>
              <a:buClr>
                <a:srgbClr val="000000"/>
              </a:buClr>
              <a:buSzPts val="2900"/>
            </a:pPr>
            <a:r>
              <a:rPr sz="1500"/>
              <a:t>ShopNest Global  |  Project 1: Support Ticket Analysis</a:t>
            </a:r>
            <a:endParaRPr sz="2900" b="0" i="0" u="none" strike="noStrike" cap="none">
              <a:solidFill>
                <a:srgbClr val="0E39A9"/>
              </a:solidFill>
              <a:latin typeface="Nunito"/>
              <a:ea typeface="Nunito"/>
              <a:cs typeface="Nunito"/>
              <a:sym typeface="Nunito"/>
            </a:endParaRPr>
          </a:p>
          <a:p>
            <a:pPr marL="0" indent="0">
              <a:buNone/>
            </a:pPr>
            <a:r>
              <a:rPr sz="1500"/>
              <a:t>Generative and Agentic AI Foundations  |  No-Code Track (n8n)</a:t>
            </a:r>
          </a:p>
        </p:txBody>
      </p:sp>
      <p:sp>
        <p:nvSpPr>
          <p:cNvPr id="286" name="Google Shape;286;p62"/>
          <p:cNvSpPr txBox="1"/>
          <p:nvPr/>
        </p:nvSpPr>
        <p:spPr>
          <a:xfrm>
            <a:off x="1005840" y="3154680"/>
            <a:ext cx="7223760" cy="365760"/>
          </a:xfrm>
          <a:prstGeom prst="rect">
            <a:avLst/>
          </a:prstGeom>
          <a:noFill/>
          <a:ln>
            <a:noFill/>
          </a:ln>
        </p:spPr>
        <p:txBody>
          <a:bodyPr spcFirstLastPara="1" wrap="square" lIns="91425" tIns="91425" rIns="91425" bIns="91425" anchor="t" anchorCtr="0">
            <a:spAutoFit/>
          </a:bodyPr>
          <a:lstStyle/>
          <a:p>
            <a:pPr marL="0" marR="0" lvl="0" indent="0" algn="l" rtl="0">
              <a:buNone/>
              <a:lnSpc>
                <a:spcPct val="100000"/>
              </a:lnSpc>
              <a:spcBef>
                <a:spcPts val="0"/>
              </a:spcBef>
              <a:spcAft>
                <a:spcPts val="0"/>
              </a:spcAft>
              <a:buClr>
                <a:srgbClr val="000000"/>
              </a:buClr>
              <a:buSzPts val="2200"/>
            </a:pPr>
            <a:r>
              <a:rPr sz="1300"/>
              <a:t>September 2026</a:t>
            </a:r>
            <a:endParaRPr sz="2200" b="0" i="0" u="none" strike="noStrike" cap="none">
              <a:solidFill>
                <a:srgbClr val="0E39A9"/>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63"/>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Contents / Agenda</a:t>
            </a:r>
            <a:endParaRPr sz="2200" b="1">
              <a:solidFill>
                <a:srgbClr val="0E39A9"/>
              </a:solidFill>
              <a:latin typeface="Nunito"/>
              <a:ea typeface="Nunito"/>
              <a:cs typeface="Nunito"/>
              <a:sym typeface="Nunito"/>
            </a:endParaRPr>
          </a:p>
        </p:txBody>
      </p:sp>
      <p:sp>
        <p:nvSpPr>
          <p:cNvPr id="292" name="Google Shape;292;p63"/>
          <p:cNvSpPr txBox="1"/>
          <p:nvPr/>
        </p:nvSpPr>
        <p:spPr>
          <a:xfrm>
            <a:off x="548640" y="1051560"/>
            <a:ext cx="8092440" cy="3520440"/>
          </a:xfrm>
          <a:prstGeom prst="rect">
            <a:avLst/>
          </a:prstGeom>
          <a:noFill/>
          <a:ln>
            <a:noFill/>
          </a:ln>
        </p:spPr>
        <p:txBody>
          <a:bodyPr spcFirstLastPara="1" wrap="square" lIns="91425" tIns="91425" rIns="91425" bIns="91425" anchor="t" anchorCtr="0">
            <a:noAutofit/>
          </a:bodyPr>
          <a:lstStyle/>
          <a:p>
            <a:pPr marL="243840" indent="-121920" algn="l" rtl="0">
              <a:lnSpc>
                <a:spcPts val="1700"/>
              </a:lnSpc>
              <a:spcBef>
                <a:spcPts val="1000"/>
              </a:spcBef>
              <a:spcAft>
                <a:spcPts val="0"/>
              </a:spcAft>
              <a:buChar char="•"/>
            </a:pPr>
            <a:r>
              <a:rPr sz="1200">
                <a:latin typeface="Montserrat"/>
              </a:rPr>
              <a:t>Executive Summary</a:t>
            </a:r>
            <a:endParaRPr sz="1300" dirty="0">
              <a:latin typeface="Montserrat"/>
              <a:ea typeface="Montserrat"/>
              <a:cs typeface="Montserrat"/>
              <a:sym typeface="Montserrat"/>
            </a:endParaRPr>
          </a:p>
          <a:p>
            <a:pPr marL="243840" indent="-121920" algn="l">
              <a:lnSpc>
                <a:spcPts val="1700"/>
              </a:lnSpc>
              <a:buChar char="•"/>
            </a:pPr>
            <a:r>
              <a:rPr sz="1200">
                <a:latin typeface="Montserrat"/>
              </a:rPr>
              <a:t>Business Problem Overview and Solution Approach</a:t>
            </a:r>
          </a:p>
          <a:p>
            <a:pPr marL="243840" indent="-121920" algn="l">
              <a:lnSpc>
                <a:spcPts val="1700"/>
              </a:lnSpc>
              <a:buChar char="•"/>
            </a:pPr>
            <a:r>
              <a:rPr sz="1200">
                <a:latin typeface="Montserrat"/>
              </a:rPr>
              <a:t>Solution Architecture</a:t>
            </a:r>
          </a:p>
          <a:p>
            <a:pPr marL="243840" indent="-121920" algn="l">
              <a:lnSpc>
                <a:spcPts val="1700"/>
              </a:lnSpc>
              <a:buChar char="•"/>
            </a:pPr>
            <a:r>
              <a:rPr sz="1200">
                <a:latin typeface="Montserrat"/>
              </a:rPr>
              <a:t>Data Loading</a:t>
            </a:r>
          </a:p>
          <a:p>
            <a:pPr marL="243840" indent="-121920" algn="l">
              <a:lnSpc>
                <a:spcPts val="1700"/>
              </a:lnSpc>
              <a:buChar char="•"/>
            </a:pPr>
            <a:r>
              <a:rPr sz="1200">
                <a:latin typeface="Montserrat"/>
              </a:rPr>
              <a:t>Summarization</a:t>
            </a:r>
          </a:p>
          <a:p>
            <a:pPr marL="243840" indent="-121920" algn="l">
              <a:lnSpc>
                <a:spcPts val="1700"/>
              </a:lnSpc>
              <a:buChar char="•"/>
            </a:pPr>
            <a:r>
              <a:rPr sz="1200">
                <a:latin typeface="Montserrat"/>
              </a:rPr>
              <a:t>Evaluation for Summarization</a:t>
            </a:r>
          </a:p>
          <a:p>
            <a:pPr marL="243840" indent="-121920" algn="l">
              <a:lnSpc>
                <a:spcPts val="1700"/>
              </a:lnSpc>
              <a:buChar char="•"/>
            </a:pPr>
            <a:r>
              <a:rPr sz="1200">
                <a:latin typeface="Montserrat"/>
              </a:rPr>
              <a:t>Response Generation</a:t>
            </a:r>
          </a:p>
          <a:p>
            <a:pPr marL="243840" indent="-121920" algn="l">
              <a:lnSpc>
                <a:spcPts val="1700"/>
              </a:lnSpc>
              <a:buChar char="•"/>
            </a:pPr>
            <a:r>
              <a:rPr sz="1200">
                <a:latin typeface="Montserrat"/>
              </a:rPr>
              <a:t>Evaluation for Response Generation</a:t>
            </a:r>
          </a:p>
          <a:p>
            <a:pPr marL="243840" indent="-121920" algn="l">
              <a:lnSpc>
                <a:spcPts val="1700"/>
              </a:lnSpc>
              <a:buChar char="•"/>
            </a:pPr>
            <a:r>
              <a:rPr sz="1200">
                <a:latin typeface="Montserrat"/>
              </a:rPr>
              <a:t>Output &amp; Compilation</a:t>
            </a:r>
          </a:p>
          <a:p>
            <a:pPr marL="243840" indent="-121920" algn="l">
              <a:lnSpc>
                <a:spcPts val="1700"/>
              </a:lnSpc>
              <a:buChar char="•"/>
            </a:pPr>
            <a:r>
              <a:rPr sz="1200">
                <a:latin typeface="Montserrat"/>
              </a:rPr>
              <a:t>Business Insights &amp; 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6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lnSpc>
                <a:spcPts val="2400"/>
              </a:lnSpc>
              <a:spcBef>
                <a:spcPts val="0"/>
              </a:spcBef>
              <a:spcAft>
                <a:spcPts val="0"/>
              </a:spcAft>
              <a:buSzPts val="2200"/>
            </a:pPr>
            <a:r>
              <a:rPr sz="2400">
                <a:solidFill>
                  <a:srgbClr val="0E39A9"/>
                </a:solidFill>
              </a:rPr>
              <a:t>Executive Summary</a:t>
            </a:r>
            <a:endParaRPr sz="2400">
              <a:solidFill>
                <a:srgbClr val="0E39A9"/>
              </a:solidFill>
            </a:endParaRPr>
          </a:p>
        </p:txBody>
      </p:sp>
      <p:sp>
        <p:nvSpPr>
          <p:cNvPr id="307" name="Google Shape;307;p64"/>
          <p:cNvSpPr txBox="1"/>
          <p:nvPr/>
        </p:nvSpPr>
        <p:spPr>
          <a:xfrm>
            <a:off x="548640" y="1051560"/>
            <a:ext cx="8092440" cy="3520440"/>
          </a:xfrm>
          <a:prstGeom prst="rect">
            <a:avLst/>
          </a:prstGeom>
          <a:noFill/>
          <a:ln>
            <a:noFill/>
          </a:ln>
        </p:spPr>
        <p:txBody>
          <a:bodyPr spcFirstLastPara="1" wrap="square" lIns="91425" tIns="91425" rIns="91425" bIns="91425" anchor="t" anchorCtr="0">
            <a:spAutoFit/>
          </a:bodyPr>
          <a:lstStyle/>
          <a:p>
            <a:pPr marL="233680" marR="0" indent="-116840" algn="l" rtl="0">
              <a:lnSpc>
                <a:spcPts val="1600"/>
              </a:lnSpc>
              <a:spcBef>
                <a:spcPts val="0"/>
              </a:spcBef>
              <a:spcAft>
                <a:spcPts val="0"/>
              </a:spcAft>
              <a:buClr>
                <a:srgbClr val="000000"/>
              </a:buClr>
              <a:buSzPts val="1400"/>
              <a:buChar char="•"/>
            </a:pPr>
            <a:r>
              <a:rPr sz="1150">
                <a:latin typeface="Montserrat"/>
              </a:rPr>
              <a:t>ShopNest processes 200,000+ orders a day. Every support ticket is read start to finish by a human before any work on it begins.</a:t>
            </a:r>
            <a:endParaRPr sz="1400" b="0" i="0" u="none" strike="noStrike" cap="none" dirty="0">
              <a:solidFill>
                <a:srgbClr val="000000"/>
              </a:solidFill>
              <a:latin typeface="Montserrat"/>
              <a:ea typeface="Montserrat"/>
              <a:cs typeface="Montserrat"/>
              <a:sym typeface="Montserrat"/>
            </a:endParaRPr>
          </a:p>
          <a:p>
            <a:pPr marL="233680" indent="-116840" algn="l">
              <a:lnSpc>
                <a:spcPts val="1600"/>
              </a:lnSpc>
              <a:buChar char="•"/>
            </a:pPr>
            <a:r>
              <a:rPr sz="1150">
                <a:latin typeface="Montserrat"/>
              </a:rPr>
              <a:t>Built a four-stage pipeline in n8n: summarise the ticket, score that summary, draft a policy-grounded reply, score that reply. All 30 tickets, end to end, unattended.</a:t>
            </a:r>
          </a:p>
          <a:p>
            <a:pPr marL="233680" indent="-116840" algn="l">
              <a:lnSpc>
                <a:spcPts val="1600"/>
              </a:lnSpc>
              <a:buChar char="•"/>
            </a:pPr>
            <a:r>
              <a:rPr sz="1150">
                <a:latin typeface="Montserrat"/>
              </a:rPr>
              <a:t>The two scoring stages are the point. They turn "the summaries look fine" into a number that can be tracked weekly, which is what makes this deployable rather than a demo.</a:t>
            </a:r>
          </a:p>
          <a:p>
            <a:pPr marL="233680" indent="-116840" algn="l">
              <a:lnSpc>
                <a:spcPts val="1600"/>
              </a:lnSpc>
              <a:buChar char="•"/>
            </a:pPr>
            <a:r>
              <a:rPr sz="1150">
                <a:latin typeface="Montserrat"/>
              </a:rPr>
              <a:t>Result on the 30-ticket run: summaries scored 2.87 and 2.83 of 3; replies scored 5.37 of 6 overall, with 20 of 30 clean and zero invented identifiers anywhere in the output.</a:t>
            </a:r>
          </a:p>
          <a:p>
            <a:pPr marL="233680" indent="-116840" algn="l">
              <a:lnSpc>
                <a:spcPts val="1600"/>
              </a:lnSpc>
              <a:buChar char="•"/>
            </a:pPr>
            <a:r>
              <a:rPr sz="1150">
                <a:latin typeface="Montserrat"/>
              </a:rPr>
              <a:t>The judge already caught a real error. One reply misapplied a delivery policy to a case no policy covers, and was flagged 'not safe to send as written'. It was fluent, warm and wrong - which is precisely what human sampling misses.</a:t>
            </a:r>
          </a:p>
          <a:p>
            <a:pPr marL="233680" indent="-116840" algn="l">
              <a:lnSpc>
                <a:spcPts val="1600"/>
              </a:lnSpc>
              <a:buChar char="•"/>
            </a:pPr>
            <a:r>
              <a:rPr sz="1150">
                <a:latin typeface="Montserrat"/>
              </a:rPr>
              <a:t>Ticket length runs from 3 words to 184 (mean 80). The cost is the variance, not the average: an agent must read all 184 to learn whether the one useful line is even there.</a:t>
            </a:r>
          </a:p>
          <a:p>
            <a:pPr marL="233680" indent="-116840" algn="l">
              <a:lnSpc>
                <a:spcPts val="1600"/>
              </a:lnSpc>
              <a:buChar char="•"/>
            </a:pPr>
            <a:r>
              <a:rPr sz="1150">
                <a:latin typeface="Montserrat"/>
              </a:rPr>
              <a:t>10 of 30 tickets (33%) contain no order reference. No model can recover that. It is an intake problem and it is the single highest-value fix available.</a:t>
            </a:r>
          </a:p>
          <a:p>
            <a:pPr marL="233680" indent="-116840" algn="l">
              <a:lnSpc>
                <a:spcPts val="1600"/>
              </a:lnSpc>
              <a:buChar char="•"/>
            </a:pPr>
            <a:r>
              <a:rPr sz="1150">
                <a:latin typeface="Montserrat"/>
              </a:rPr>
              <a:t>Recommendation: deploy as agent-assist with the judge scores as the release gate, and make the order reference a required field at intake in parallel.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65"/>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Business Problem Overview and Solution Approach</a:t>
            </a:r>
            <a:endParaRPr sz="2400" b="1">
              <a:solidFill>
                <a:srgbClr val="0E39A9"/>
              </a:solidFill>
              <a:latin typeface="Nunito"/>
              <a:ea typeface="Nunito"/>
              <a:cs typeface="Nunito"/>
              <a:sym typeface="Nunito"/>
            </a:endParaRPr>
          </a:p>
        </p:txBody>
      </p:sp>
      <p:sp>
        <p:nvSpPr>
          <p:cNvPr id="314" name="Google Shape;314;p65"/>
          <p:cNvSpPr txBox="1"/>
          <p:nvPr/>
        </p:nvSpPr>
        <p:spPr>
          <a:xfrm>
            <a:off x="548640" y="1051560"/>
            <a:ext cx="8092440" cy="1705356"/>
          </a:xfrm>
          <a:prstGeom prst="rect">
            <a:avLst/>
          </a:prstGeom>
          <a:noFill/>
          <a:ln>
            <a:noFill/>
          </a:ln>
        </p:spPr>
        <p:txBody>
          <a:bodyPr spcFirstLastPara="1" wrap="square" lIns="91425" tIns="91425" rIns="91425" bIns="91425" anchor="t" anchorCtr="0">
            <a:spAutoFit/>
          </a:bodyPr>
          <a:lstStyle/>
          <a:p>
            <a:pPr marL="0" marR="0" lvl="0" indent="0" algn="l" rtl="0">
              <a:buNone/>
              <a:lnSpc>
                <a:spcPts val="1600"/>
              </a:lnSpc>
              <a:spcBef>
                <a:spcPts val="0"/>
              </a:spcBef>
              <a:spcAft>
                <a:spcPts val="0"/>
              </a:spcAft>
              <a:buClr>
                <a:srgbClr val="000000"/>
              </a:buClr>
              <a:buSzPts val="1400"/>
            </a:pPr>
            <a:r>
              <a:rPr b="1" sz="1100">
                <a:solidFill>
                  <a:srgbClr val="0E39A9"/>
                </a:solidFill>
                <a:latin typeface="Montserrat"/>
              </a:rPr>
              <a:t>The problem</a:t>
            </a:r>
            <a:endParaRPr sz="1400" b="0" i="0" u="none" strike="noStrike" cap="none" dirty="0">
              <a:solidFill>
                <a:srgbClr val="000000"/>
              </a:solidFill>
              <a:latin typeface="Montserrat"/>
              <a:ea typeface="Montserrat"/>
              <a:cs typeface="Montserrat"/>
              <a:sym typeface="Montserrat"/>
            </a:endParaRPr>
          </a:p>
          <a:p>
            <a:pPr marL="193040" indent="-96520" algn="l">
              <a:lnSpc>
                <a:spcPts val="1280"/>
              </a:lnSpc>
              <a:buChar char="•"/>
            </a:pPr>
            <a:r>
              <a:rPr sz="950">
                <a:latin typeface="Montserrat"/>
              </a:rPr>
              <a:t>2,000+ agents working 24/7 across the US, Europe, India and Southeast Asia.</a:t>
            </a:r>
          </a:p>
          <a:p>
            <a:pPr marL="193040" indent="-96520" algn="l">
              <a:lnSpc>
                <a:spcPts val="1280"/>
              </a:lnSpc>
              <a:buChar char="•"/>
            </a:pPr>
            <a:r>
              <a:rPr sz="950">
                <a:latin typeface="Montserrat"/>
              </a:rPr>
              <a:t>Every ticket arrives as unstructured free text - rambling, terse, furious, or all three.</a:t>
            </a:r>
          </a:p>
          <a:p>
            <a:pPr marL="193040" indent="-96520" algn="l">
              <a:lnSpc>
                <a:spcPts val="1280"/>
              </a:lnSpc>
              <a:buChar char="•"/>
            </a:pPr>
            <a:r>
              <a:rPr sz="950">
                <a:latin typeface="Montserrat"/>
              </a:rPr>
              <a:t>Agents spend the opening minutes of each ticket reading rather than resolving.</a:t>
            </a:r>
          </a:p>
          <a:p>
            <a:pPr marL="193040" indent="-96520" algn="l">
              <a:lnSpc>
                <a:spcPts val="1280"/>
              </a:lnSpc>
              <a:buChar char="•"/>
            </a:pPr>
            <a:r>
              <a:rPr sz="950">
                <a:latin typeface="Montserrat"/>
              </a:rPr>
              <a:t>Reply quality is checked by sampling, so most replies are never reviewed at all.</a:t>
            </a:r>
          </a:p>
        </p:txBody>
      </p:sp>
      <p:sp>
        <p:nvSpPr>
          <p:cNvPr id="316" name="Google Shape;316;p65"/>
          <p:cNvSpPr txBox="1"/>
          <p:nvPr/>
        </p:nvSpPr>
        <p:spPr>
          <a:xfrm>
            <a:off x="548640" y="2866644"/>
            <a:ext cx="8092440" cy="1705356"/>
          </a:xfrm>
          <a:prstGeom prst="rect">
            <a:avLst/>
          </a:prstGeom>
          <a:noFill/>
          <a:ln>
            <a:noFill/>
          </a:ln>
        </p:spPr>
        <p:txBody>
          <a:bodyPr spcFirstLastPara="1" wrap="square" lIns="91425" tIns="91425" rIns="91425" bIns="91425" anchor="t" anchorCtr="0">
            <a:spAutoFit/>
          </a:bodyPr>
          <a:lstStyle/>
          <a:p>
            <a:pPr marL="0" marR="0" lvl="0" indent="0" algn="l" rtl="0">
              <a:buNone/>
              <a:lnSpc>
                <a:spcPts val="1600"/>
              </a:lnSpc>
              <a:spcBef>
                <a:spcPts val="0"/>
              </a:spcBef>
              <a:spcAft>
                <a:spcPts val="0"/>
              </a:spcAft>
              <a:buClr>
                <a:srgbClr val="000000"/>
              </a:buClr>
              <a:buSzPts val="1400"/>
            </a:pPr>
            <a:r>
              <a:rPr b="1" sz="1100">
                <a:solidFill>
                  <a:srgbClr val="0E39A9"/>
                </a:solidFill>
                <a:latin typeface="Montserrat"/>
              </a:rPr>
              <a:t>The approach</a:t>
            </a:r>
            <a:endParaRPr sz="1400" b="0" i="0" u="none" strike="noStrike" cap="none" dirty="0">
              <a:solidFill>
                <a:srgbClr val="000000"/>
              </a:solidFill>
              <a:latin typeface="Montserrat"/>
              <a:ea typeface="Montserrat"/>
              <a:cs typeface="Montserrat"/>
              <a:sym typeface="Montserrat"/>
            </a:endParaRPr>
          </a:p>
          <a:p>
            <a:pPr marL="193040" indent="-96520" algn="l">
              <a:lnSpc>
                <a:spcPts val="1280"/>
              </a:lnSpc>
              <a:buChar char="•"/>
            </a:pPr>
            <a:r>
              <a:rPr sz="950">
                <a:latin typeface="Montserrat"/>
              </a:rPr>
              <a:t>Four LLM stages chained in n8n: summarise, judge, respond, judge.</a:t>
            </a:r>
          </a:p>
          <a:p>
            <a:pPr marL="193040" indent="-96520" algn="l">
              <a:lnSpc>
                <a:spcPts val="1280"/>
              </a:lnSpc>
              <a:buChar char="•"/>
            </a:pPr>
            <a:r>
              <a:rPr sz="950">
                <a:latin typeface="Montserrat"/>
              </a:rPr>
              <a:t>Each output is scored by an independent LLM-as-a-Judge against fixed, published criteria.</a:t>
            </a:r>
          </a:p>
          <a:p>
            <a:pPr marL="193040" indent="-96520" algn="l">
              <a:lnSpc>
                <a:spcPts val="1280"/>
              </a:lnSpc>
              <a:buChar char="•"/>
            </a:pPr>
            <a:r>
              <a:rPr sz="950">
                <a:latin typeface="Montserrat"/>
              </a:rPr>
              <a:t>Replies are grounded in ShopNest's four support policies, embedded in the system message.</a:t>
            </a:r>
          </a:p>
          <a:p>
            <a:pPr marL="193040" indent="-96520" algn="l">
              <a:lnSpc>
                <a:spcPts val="1280"/>
              </a:lnSpc>
              <a:buChar char="•"/>
            </a:pPr>
            <a:r>
              <a:rPr sz="950">
                <a:latin typeface="Montserrat"/>
              </a:rPr>
              <a:t>One consolidated CSV: ticket, summary, reply and every score, on a single row.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7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lnSpc>
                <a:spcPts val="2400"/>
              </a:lnSpc>
              <a:spcBef>
                <a:spcPts val="0"/>
              </a:spcBef>
              <a:spcAft>
                <a:spcPts val="0"/>
              </a:spcAft>
              <a:buSzPts val="2200"/>
            </a:pPr>
            <a:r>
              <a:rPr sz="2400">
                <a:solidFill>
                  <a:srgbClr val="0E39A9"/>
                </a:solidFill>
              </a:rPr>
              <a:t>Solution Architecture - 9 nodes, 4 AI stages</a:t>
            </a:r>
            <a:endParaRPr>
              <a:solidFill>
                <a:srgbClr val="000000"/>
              </a:solidFill>
            </a:endParaRPr>
          </a:p>
        </p:txBody>
      </p:sp>
      <p:sp>
        <p:nvSpPr>
          <p:cNvPr id="396" name="Google Shape;396;p73"/>
          <p:cNvSpPr txBox="1"/>
          <p:nvPr/>
        </p:nvSpPr>
        <p:spPr>
          <a:xfrm>
            <a:off x="548640" y="1051560"/>
            <a:ext cx="8092440" cy="3520440"/>
          </a:xfrm>
          <a:prstGeom prst="rect">
            <a:avLst/>
          </a:prstGeom>
          <a:noFill/>
          <a:ln>
            <a:noFill/>
          </a:ln>
        </p:spPr>
        <p:txBody>
          <a:bodyPr spcFirstLastPara="1" wrap="square" lIns="91425" tIns="91425" rIns="91425" bIns="91425" anchor="t" anchorCtr="0">
            <a:spAutoFit/>
          </a:bodyPr>
          <a:lstStyle/>
          <a:p>
            <a:pPr marL="213360" marR="0" indent="-106680" algn="l" rtl="0">
              <a:lnSpc>
                <a:spcPts val="1400"/>
              </a:lnSpc>
              <a:spcBef>
                <a:spcPts val="0"/>
              </a:spcBef>
              <a:spcAft>
                <a:spcPts val="0"/>
              </a:spcAft>
              <a:buClr>
                <a:srgbClr val="000000"/>
              </a:buClr>
              <a:buSzPts val="1400"/>
              <a:buChar char="•"/>
            </a:pPr>
            <a:r>
              <a:rPr sz="1050">
                <a:latin typeface="Montserrat"/>
              </a:rPr>
              <a:t>1-2  Read/Write Files from Disk, then Extract from File - the CSV becomes 30 n8n items.</a:t>
            </a:r>
            <a:endParaRPr sz="1400" b="0" i="0" u="none" strike="noStrike" cap="none">
              <a:solidFill>
                <a:srgbClr val="000000"/>
              </a:solidFill>
              <a:latin typeface="Montserrat"/>
              <a:ea typeface="Montserrat"/>
              <a:cs typeface="Montserrat"/>
              <a:sym typeface="Montserrat"/>
            </a:endParaRPr>
          </a:p>
          <a:p>
            <a:pPr marL="213360" indent="-106680" algn="l">
              <a:lnSpc>
                <a:spcPts val="1400"/>
              </a:lnSpc>
              <a:buChar char="•"/>
            </a:pPr>
            <a:r>
              <a:rPr sz="1050">
                <a:latin typeface="Montserrat"/>
              </a:rPr>
              <a:t>3  Summarization - Basic LLM Chain.</a:t>
            </a:r>
          </a:p>
          <a:p>
            <a:pPr marL="213360" indent="-106680" algn="l">
              <a:lnSpc>
                <a:spcPts val="1400"/>
              </a:lnSpc>
              <a:buChar char="•"/>
            </a:pPr>
            <a:r>
              <a:rPr sz="1050">
                <a:latin typeface="Montserrat"/>
              </a:rPr>
              <a:t>4  Evaluation for Summarization - Basic LLM Chain.</a:t>
            </a:r>
          </a:p>
          <a:p>
            <a:pPr marL="213360" indent="-106680" algn="l">
              <a:lnSpc>
                <a:spcPts val="1400"/>
              </a:lnSpc>
              <a:buChar char="•"/>
            </a:pPr>
            <a:r>
              <a:rPr sz="1050">
                <a:latin typeface="Montserrat"/>
              </a:rPr>
              <a:t>5  Response Generation - Basic LLM Chain.</a:t>
            </a:r>
          </a:p>
          <a:p>
            <a:pPr marL="213360" indent="-106680" algn="l">
              <a:lnSpc>
                <a:spcPts val="1400"/>
              </a:lnSpc>
              <a:buChar char="•"/>
            </a:pPr>
            <a:r>
              <a:rPr sz="1050">
                <a:latin typeface="Montserrat"/>
              </a:rPr>
              <a:t>6  Evaluation for Response Generation - Basic LLM Chain.</a:t>
            </a:r>
          </a:p>
          <a:p>
            <a:pPr marL="213360" indent="-106680" algn="l">
              <a:lnSpc>
                <a:spcPts val="1400"/>
              </a:lnSpc>
              <a:buChar char="•"/>
            </a:pPr>
            <a:r>
              <a:rPr sz="1050">
                <a:latin typeface="Montserrat"/>
              </a:rPr>
              <a:t>7-9  Edit Fields, Convert to File, Read/Write Files - one consolidated CSV out.</a:t>
            </a:r>
          </a:p>
          <a:p>
            <a:pPr marL="213360" indent="-106680" algn="l">
              <a:lnSpc>
                <a:spcPts val="1400"/>
              </a:lnSpc>
              <a:buChar char="•"/>
            </a:pPr>
            <a:r>
              <a:rPr sz="1050">
                <a:latin typeface="Montserrat"/>
              </a:rPr>
              <a:t>Each of the four AI stages carries two sub-nodes: an OpenAI Chat Model and a Structured Output Parser with a manual schema. 18 nodes in total.</a:t>
            </a:r>
          </a:p>
          <a:p>
            <a:pPr marL="213360" indent="-106680" algn="l">
              <a:lnSpc>
                <a:spcPts val="1400"/>
              </a:lnSpc>
              <a:buChar char="•"/>
            </a:pPr>
            <a:r>
              <a:rPr sz="1050">
                <a:latin typeface="Montserrat"/>
              </a:rPr>
              <a:t>There is no loop node. n8n's chain nodes process every input item, so 30 tickets in gives 30 items out at every stage.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66"/>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Data Loading</a:t>
            </a:r>
            <a:endParaRPr sz="2400" b="1">
              <a:solidFill>
                <a:srgbClr val="0E39A9"/>
              </a:solidFill>
              <a:latin typeface="Nunito"/>
              <a:ea typeface="Nunito"/>
              <a:cs typeface="Nunito"/>
              <a:sym typeface="Nunito"/>
            </a:endParaRPr>
          </a:p>
        </p:txBody>
      </p:sp>
      <p:sp>
        <p:nvSpPr>
          <p:cNvPr id="323" name="Google Shape;323;p66"/>
          <p:cNvSpPr txBox="1"/>
          <p:nvPr/>
        </p:nvSpPr>
        <p:spPr>
          <a:xfrm>
            <a:off x="548640" y="2866644"/>
            <a:ext cx="8092440" cy="1705356"/>
          </a:xfrm>
          <a:prstGeom prst="rect">
            <a:avLst/>
          </a:prstGeom>
          <a:noFill/>
          <a:ln>
            <a:noFill/>
          </a:ln>
        </p:spPr>
        <p:txBody>
          <a:bodyPr spcFirstLastPara="1" wrap="square" lIns="91425" tIns="91425" rIns="91425" bIns="91425" anchor="t" anchorCtr="0">
            <a:spAutoFit/>
          </a:bodyPr>
          <a:lstStyle/>
          <a:p>
            <a:pPr marL="0" marR="0" lvl="0" indent="0" algn="l" rtl="0">
              <a:buNone/>
              <a:lnSpc>
                <a:spcPts val="1600"/>
              </a:lnSpc>
              <a:spcBef>
                <a:spcPts val="0"/>
              </a:spcBef>
              <a:spcAft>
                <a:spcPts val="0"/>
              </a:spcAft>
              <a:buClr>
                <a:srgbClr val="000000"/>
              </a:buClr>
              <a:buSzPts val="1400"/>
            </a:pPr>
            <a:r>
              <a:rPr b="1" sz="1100">
                <a:solidFill>
                  <a:srgbClr val="0E39A9"/>
                </a:solidFill>
                <a:latin typeface="Montserrat"/>
              </a:rPr>
              <a:t>What the data actually looks like</a:t>
            </a:r>
            <a:endParaRPr sz="1400" b="0" i="0" u="none" strike="noStrike" cap="none">
              <a:solidFill>
                <a:srgbClr val="000000"/>
              </a:solidFill>
              <a:latin typeface="Montserrat"/>
              <a:ea typeface="Montserrat"/>
              <a:cs typeface="Montserrat"/>
              <a:sym typeface="Montserrat"/>
            </a:endParaRPr>
          </a:p>
          <a:p>
            <a:pPr marL="193040" indent="-96520" algn="l">
              <a:lnSpc>
                <a:spcPts val="1280"/>
              </a:lnSpc>
              <a:buChar char="•"/>
            </a:pPr>
            <a:r>
              <a:rPr sz="950">
                <a:latin typeface="Montserrat"/>
              </a:rPr>
              <a:t>30 tickets. Length 3 to 184 words; mean 80, median 57.</a:t>
            </a:r>
          </a:p>
          <a:p>
            <a:pPr marL="193040" indent="-96520" algn="l">
              <a:lnSpc>
                <a:spcPts val="1280"/>
              </a:lnSpc>
              <a:buChar char="•"/>
            </a:pPr>
            <a:r>
              <a:rPr sz="950">
                <a:latin typeface="Montserrat"/>
              </a:rPr>
              <a:t>4 tickets under 20 words, 9 over 120. The spread is the problem, not the average.</a:t>
            </a:r>
          </a:p>
          <a:p>
            <a:pPr marL="193040" indent="-96520" algn="l">
              <a:lnSpc>
                <a:spcPts val="1280"/>
              </a:lnSpc>
              <a:buChar char="•"/>
            </a:pPr>
            <a:r>
              <a:rPr sz="950">
                <a:latin typeface="Montserrat"/>
              </a:rPr>
              <a:t>20 of 30 carry an order reference. 10 carry none. One carries two different ones.</a:t>
            </a:r>
          </a:p>
          <a:p>
            <a:pPr marL="193040" indent="-96520" algn="l">
              <a:lnSpc>
                <a:spcPts val="1280"/>
              </a:lnSpc>
              <a:buChar char="•"/>
            </a:pPr>
            <a:r>
              <a:rPr sz="950">
                <a:latin typeface="Montserrat"/>
              </a:rPr>
              <a:t>4 tickets contain legal or regulatory escalation language.</a:t>
            </a:r>
          </a:p>
        </p:txBody>
      </p:sp>
      <p:sp>
        <p:nvSpPr>
          <p:cNvPr id="325" name="Google Shape;325;p66"/>
          <p:cNvSpPr txBox="1"/>
          <p:nvPr/>
        </p:nvSpPr>
        <p:spPr>
          <a:xfrm>
            <a:off x="548640" y="1051560"/>
            <a:ext cx="8092440" cy="1705356"/>
          </a:xfrm>
          <a:prstGeom prst="rect">
            <a:avLst/>
          </a:prstGeom>
          <a:noFill/>
          <a:ln>
            <a:noFill/>
          </a:ln>
        </p:spPr>
        <p:txBody>
          <a:bodyPr spcFirstLastPara="1" wrap="square" lIns="91425" tIns="91425" rIns="91425" bIns="91425" anchor="t" anchorCtr="0">
            <a:spAutoFit/>
          </a:bodyPr>
          <a:lstStyle/>
          <a:p>
            <a:pPr marL="0" marR="0" lvl="0" indent="0" algn="l" rtl="0">
              <a:buNone/>
              <a:lnSpc>
                <a:spcPts val="1600"/>
              </a:lnSpc>
              <a:spcBef>
                <a:spcPts val="0"/>
              </a:spcBef>
              <a:spcAft>
                <a:spcPts val="0"/>
              </a:spcAft>
              <a:buClr>
                <a:srgbClr val="000000"/>
              </a:buClr>
              <a:buSzPts val="1400"/>
            </a:pPr>
            <a:r>
              <a:rPr b="1" sz="1100">
                <a:solidFill>
                  <a:srgbClr val="0E39A9"/>
                </a:solidFill>
                <a:latin typeface="Montserrat"/>
              </a:rPr>
              <a:t>How the data is loaded</a:t>
            </a:r>
            <a:endParaRPr sz="1400" b="0" i="0" u="none" strike="noStrike" cap="none">
              <a:solidFill>
                <a:srgbClr val="000000"/>
              </a:solidFill>
              <a:latin typeface="Montserrat"/>
              <a:ea typeface="Montserrat"/>
              <a:cs typeface="Montserrat"/>
              <a:sym typeface="Montserrat"/>
            </a:endParaRPr>
          </a:p>
          <a:p>
            <a:pPr marL="193040" indent="-96520" algn="l">
              <a:lnSpc>
                <a:spcPts val="1280"/>
              </a:lnSpc>
              <a:buChar char="•"/>
            </a:pPr>
            <a:r>
              <a:rPr sz="950">
                <a:latin typeface="Montserrat"/>
              </a:rPr>
              <a:t>Read/Write Files from Disk reads support_ticket_data.csv from the lab file store.</a:t>
            </a:r>
          </a:p>
          <a:p>
            <a:pPr marL="193040" indent="-96520" algn="l">
              <a:lnSpc>
                <a:spcPts val="1280"/>
              </a:lnSpc>
              <a:buChar char="•"/>
            </a:pPr>
            <a:r>
              <a:rPr sz="950">
                <a:latin typeface="Montserrat"/>
              </a:rPr>
              <a:t>Extract from File converts it to one item per ticket - 30 items, two columns: support_ticket_id and support_ticket_desc.</a:t>
            </a:r>
          </a:p>
          <a:p>
            <a:pPr marL="193040" indent="-96520" algn="l">
              <a:lnSpc>
                <a:spcPts val="1280"/>
              </a:lnSpc>
              <a:buChar char="•"/>
            </a:pPr>
            <a:r>
              <a:rPr sz="950">
                <a:latin typeface="Montserrat"/>
              </a:rPr>
              <a:t>BOM handling is switched on. The file opens with a byte-order mark which would otherwise become part of the first column's name, making support_ticket_id unreadable with no error.</a:t>
            </a:r>
          </a:p>
        </p:txBody>
      </p:sp>
      <p:sp>
        <p:nvSpPr>
          <p:cNvPr id="326" name="Google Shape;326;p66"/>
          <p:cNvSpPr txBox="1"/>
          <p:nvPr/>
        </p:nvSpPr>
        <p:spPr>
          <a:xfrm>
            <a:off x="325250" y="4389875"/>
            <a:ext cx="8397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1" u="none" strike="noStrike" cap="none">
              <a:solidFill>
                <a:srgbClr val="000000"/>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21" name="Google Shape;321;p66"/>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Data Loading - Output</a:t>
            </a:r>
            <a:endParaRPr sz="2400" b="1">
              <a:solidFill>
                <a:srgbClr val="0E39A9"/>
              </a:solidFill>
              <a:latin typeface="Nunito"/>
              <a:ea typeface="Nunito"/>
              <a:cs typeface="Nunito"/>
              <a:sym typeface="Nunito"/>
            </a:endParaRPr>
          </a:p>
        </p:txBody>
      </p:sp>
      <p:sp>
        <p:nvSpPr>
          <p:cNvPr id="323" name="Google Shape;323;p66"/>
          <p:cNvSpPr txBox="1"/>
          <p:nvPr/>
        </p:nvSpPr>
        <p:spPr>
          <a:xfrm>
            <a:off x="548640" y="2866644"/>
            <a:ext cx="8092440" cy="1705356"/>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325" name="Google Shape;325;p66"/>
          <p:cNvSpPr txBox="1"/>
          <p:nvPr/>
        </p:nvSpPr>
        <p:spPr>
          <a:xfrm>
            <a:off x="548640" y="1051560"/>
            <a:ext cx="8092440" cy="1705356"/>
          </a:xfrm>
          <a:prstGeom prst="rect">
            <a:avLst/>
          </a:prstGeom>
          <a:noFill/>
          <a:ln>
            <a:noFill/>
          </a:ln>
        </p:spPr>
        <p:txBody>
          <a:bodyPr spcFirstLastPara="1" wrap="square" lIns="91425" tIns="91425" rIns="91425" bIns="91425" anchor="t" anchorCtr="0">
            <a:spAutoFit/>
          </a:bodyPr>
          <a:lstStyle/>
          <a:p>
            <a:pPr marL="0" marR="0" lvl="0" indent="0" algn="l" rtl="0">
              <a:buNone/>
              <a:lnSpc>
                <a:spcPts val="1700"/>
              </a:lnSpc>
              <a:spcBef>
                <a:spcPts val="0"/>
              </a:spcBef>
              <a:spcAft>
                <a:spcPts val="0"/>
              </a:spcAft>
              <a:buClr>
                <a:srgbClr val="000000"/>
              </a:buClr>
              <a:buSzPts val="1400"/>
            </a:pPr>
            <a:r>
              <a:rPr b="1" sz="1200">
                <a:solidFill>
                  <a:srgbClr val="C00000"/>
                </a:solidFill>
                <a:latin typeface="Montserrat"/>
              </a:rPr>
              <a:t>[ SCREENSHOT: Extract from File - output panel ]</a:t>
            </a:r>
            <a:endParaRPr sz="1400" b="0" i="0" u="none" strike="noStrike" cap="none">
              <a:solidFill>
                <a:srgbClr val="000000"/>
              </a:solidFill>
              <a:latin typeface="Montserrat"/>
              <a:ea typeface="Montserrat"/>
              <a:cs typeface="Montserrat"/>
              <a:sym typeface="Montserrat"/>
            </a:endParaRPr>
          </a:p>
          <a:p>
            <a:pPr marL="0" indent="0">
              <a:lnSpc>
                <a:spcPts val="1400"/>
              </a:lnSpc>
              <a:buNone/>
            </a:pPr>
            <a:r>
              <a:rPr i="1" sz="1000">
                <a:latin typeface="Montserrat"/>
              </a:rPr>
              <a:t>Must show the item count (30 items) and at least one full row of data, per the guidelines.</a:t>
            </a:r>
          </a:p>
          <a:p>
            <a:pPr marL="213360" indent="-106680" algn="l">
              <a:lnSpc>
                <a:spcPts val="1400"/>
              </a:lnSpc>
              <a:buChar char="•"/>
            </a:pPr>
            <a:r>
              <a:rPr sz="1050">
                <a:latin typeface="Montserrat"/>
              </a:rPr>
              <a:t>Confirms 30 items parsed and both columns present.</a:t>
            </a:r>
          </a:p>
          <a:p>
            <a:pPr marL="213360" indent="-106680" algn="l">
              <a:lnSpc>
                <a:spcPts val="1400"/>
              </a:lnSpc>
              <a:buChar char="•"/>
            </a:pPr>
            <a:r>
              <a:rPr sz="1050">
                <a:latin typeface="Montserrat"/>
              </a:rPr>
              <a:t>The shortest ticket in the set, in full: "refund not received".</a:t>
            </a:r>
          </a:p>
        </p:txBody>
      </p:sp>
      <p:sp>
        <p:nvSpPr>
          <p:cNvPr id="326" name="Google Shape;326;p66"/>
          <p:cNvSpPr txBox="1"/>
          <p:nvPr/>
        </p:nvSpPr>
        <p:spPr>
          <a:xfrm>
            <a:off x="325250" y="4389875"/>
            <a:ext cx="8397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1" u="none" strike="noStrike" cap="none">
              <a:solidFill>
                <a:srgbClr val="000000"/>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67"/>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Summarization - Setup and Prompts</a:t>
            </a:r>
            <a:endParaRPr sz="2400" b="1">
              <a:solidFill>
                <a:srgbClr val="0E39A9"/>
              </a:solidFill>
              <a:latin typeface="Nunito"/>
              <a:ea typeface="Nunito"/>
              <a:cs typeface="Nunito"/>
              <a:sym typeface="Nunito"/>
            </a:endParaRPr>
          </a:p>
        </p:txBody>
      </p:sp>
      <p:sp>
        <p:nvSpPr>
          <p:cNvPr id="334" name="Google Shape;334;p67"/>
          <p:cNvSpPr txBox="1"/>
          <p:nvPr/>
        </p:nvSpPr>
        <p:spPr>
          <a:xfrm>
            <a:off x="325250" y="4389875"/>
            <a:ext cx="8397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1" u="none" strike="noStrike" cap="none">
              <a:solidFill>
                <a:srgbClr val="000000"/>
              </a:solidFill>
              <a:latin typeface="Nunito"/>
              <a:ea typeface="Nunito"/>
              <a:cs typeface="Nunito"/>
              <a:sym typeface="Nunito"/>
            </a:endParaRPr>
          </a:p>
        </p:txBody>
      </p:sp>
      <p:sp>
        <p:nvSpPr>
          <p:cNvPr id="335" name="Google Shape;335;p67"/>
          <p:cNvSpPr txBox="1"/>
          <p:nvPr/>
        </p:nvSpPr>
        <p:spPr>
          <a:xfrm>
            <a:off x="548640" y="1051560"/>
            <a:ext cx="8092440" cy="3520440"/>
          </a:xfrm>
          <a:prstGeom prst="rect">
            <a:avLst/>
          </a:prstGeom>
          <a:noFill/>
          <a:ln>
            <a:noFill/>
          </a:ln>
        </p:spPr>
        <p:txBody>
          <a:bodyPr spcFirstLastPara="1" wrap="square" lIns="91425" tIns="91425" rIns="91425" bIns="91425" anchor="t" anchorCtr="0">
            <a:spAutoFit/>
          </a:bodyPr>
          <a:lstStyle/>
          <a:p>
            <a:pPr marL="203200" indent="-101600" algn="l" rtl="0">
              <a:lnSpc>
                <a:spcPts val="1360"/>
              </a:lnSpc>
              <a:spcBef>
                <a:spcPts val="0"/>
              </a:spcBef>
              <a:spcAft>
                <a:spcPts val="0"/>
              </a:spcAft>
              <a:buChar char="•"/>
            </a:pPr>
            <a:r>
              <a:rPr sz="1000">
                <a:latin typeface="Montserrat"/>
              </a:rPr>
              <a:t>Model: gpt-4o-mini via the lab's Great Learning credential. Summarising is extraction, not reasoning - a small, fast model is the right cost and latency choice at this volume.</a:t>
            </a:r>
            <a:endParaRPr dirty="0">
              <a:latin typeface="Montserrat"/>
              <a:ea typeface="Montserrat"/>
              <a:cs typeface="Montserrat"/>
              <a:sym typeface="Montserrat"/>
            </a:endParaRPr>
          </a:p>
          <a:p>
            <a:pPr marL="203200" indent="-101600" algn="l">
              <a:lnSpc>
                <a:spcPts val="1360"/>
              </a:lnSpc>
              <a:buChar char="•"/>
            </a:pPr>
            <a:r>
              <a:rPr sz="1000">
                <a:latin typeface="Montserrat"/>
              </a:rPr>
              <a:t>Temperature 0.2. Near-deterministic on purpose: creative variation in a summary shows up as invented detail, which is the one failure this stage must not have.</a:t>
            </a:r>
          </a:p>
          <a:p>
            <a:pPr marL="203200" indent="-101600" algn="l">
              <a:lnSpc>
                <a:spcPts val="1360"/>
              </a:lnSpc>
              <a:buChar char="•"/>
            </a:pPr>
            <a:r>
              <a:rPr sz="1000">
                <a:latin typeface="Montserrat"/>
              </a:rPr>
              <a:t>Max tokens 400. A summary longer than that has stopped being a summary.</a:t>
            </a:r>
          </a:p>
          <a:p>
            <a:pPr marL="203200" indent="-101600" algn="l">
              <a:lnSpc>
                <a:spcPts val="1360"/>
              </a:lnSpc>
              <a:buChar char="•"/>
            </a:pPr>
            <a:r>
              <a:rPr sz="1000">
                <a:latin typeface="Montserrat"/>
              </a:rPr>
              <a:t>Technique: zero-shot, role-based, with an explicit output contract. No few-shot examples - these 30 tickets share no common shape, so an example would bias every summary toward it.</a:t>
            </a:r>
          </a:p>
          <a:p>
            <a:pPr marL="203200" indent="-101600" algn="l">
              <a:lnSpc>
                <a:spcPts val="1360"/>
              </a:lnSpc>
              <a:buChar char="•"/>
            </a:pPr>
            <a:r>
              <a:rPr sz="1000">
                <a:latin typeface="Montserrat"/>
              </a:rPr>
              <a:t>System message rules: never invent; copy identifiers character for character; strip emotion but keep operationally relevant facts; expand shorthand; two to four sentences.</a:t>
            </a:r>
          </a:p>
          <a:p>
            <a:pPr marL="203200" indent="-101600" algn="l">
              <a:lnSpc>
                <a:spcPts val="1360"/>
              </a:lnSpc>
              <a:buChar char="•"/>
            </a:pPr>
            <a:r>
              <a:rPr sz="1000">
                <a:latin typeface="Montserrat"/>
              </a:rPr>
              <a:t>Structured Output Parser, manual schema: { summary: string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31" name="Google Shape;331;p67"/>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Summarization - Output &amp; Observations</a:t>
            </a:r>
            <a:endParaRPr sz="2400" b="1">
              <a:solidFill>
                <a:srgbClr val="0E39A9"/>
              </a:solidFill>
              <a:latin typeface="Nunito"/>
              <a:ea typeface="Nunito"/>
              <a:cs typeface="Nunito"/>
              <a:sym typeface="Nunito"/>
            </a:endParaRPr>
          </a:p>
        </p:txBody>
      </p:sp>
      <p:sp>
        <p:nvSpPr>
          <p:cNvPr id="334" name="Google Shape;334;p67"/>
          <p:cNvSpPr txBox="1"/>
          <p:nvPr/>
        </p:nvSpPr>
        <p:spPr>
          <a:xfrm>
            <a:off x="325250" y="4389875"/>
            <a:ext cx="8397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1" u="none" strike="noStrike" cap="none">
              <a:solidFill>
                <a:srgbClr val="000000"/>
              </a:solidFill>
              <a:latin typeface="Nunito"/>
              <a:ea typeface="Nunito"/>
              <a:cs typeface="Nunito"/>
              <a:sym typeface="Nunito"/>
            </a:endParaRPr>
          </a:p>
        </p:txBody>
      </p:sp>
      <p:sp>
        <p:nvSpPr>
          <p:cNvPr id="335" name="Google Shape;335;p67"/>
          <p:cNvSpPr txBox="1"/>
          <p:nvPr/>
        </p:nvSpPr>
        <p:spPr>
          <a:xfrm>
            <a:off x="548640" y="3200400"/>
            <a:ext cx="8092440" cy="1207008"/>
          </a:xfrm>
          <a:prstGeom prst="rect">
            <a:avLst/>
          </a:prstGeom>
          <a:noFill/>
          <a:ln>
            <a:noFill/>
          </a:ln>
        </p:spPr>
        <p:txBody>
          <a:bodyPr spcFirstLastPara="1" wrap="square" lIns="91425" tIns="91425" rIns="91425" bIns="91425" anchor="t" anchorCtr="0">
            <a:spAutoFit/>
          </a:bodyPr>
          <a:lstStyle/>
          <a:p>
            <a:pPr marL="0" indent="0">
              <a:lnSpc>
                <a:spcPts val="1100"/>
              </a:lnSpc>
              <a:buNone/>
            </a:pPr>
            <a:r>
              <a:rPr b="1" sz="850">
                <a:solidFill>
                  <a:srgbClr val="0E39A9"/>
                </a:solidFill>
                <a:latin typeface="Montserrat"/>
              </a:rPr>
              <a:t>Observations</a:t>
            </a:r>
          </a:p>
          <a:p>
            <a:pPr marL="203200" indent="-101600" algn="l">
              <a:lnSpc>
                <a:spcPts val="1100"/>
              </a:lnSpc>
              <a:buChar char="•"/>
            </a:pPr>
            <a:r>
              <a:rPr sz="850">
                <a:latin typeface="Montserrat"/>
              </a:rPr>
              <a:t>Compression is real and consistent. Tickets run 3 to 184 words (mean 80); the summaries run 27 to 66 words (mean 48). The 184-word complaint reduced to 60 words while keeping order SNX-5502, the exact model discrepancy and the $340 figure.</a:t>
            </a:r>
          </a:p>
          <a:p>
            <a:pPr marL="203200" indent="-101600" algn="l">
              <a:lnSpc>
                <a:spcPts val="1100"/>
              </a:lnSpc>
              <a:buChar char="•"/>
            </a:pPr>
            <a:r>
              <a:rPr sz="850">
                <a:latin typeface="Montserrat"/>
              </a:rPr>
              <a:t>Zero invented identifiers across all 30 summaries. Every SNX- reference appearing in a summary also appears in its source ticket - checked programmatically, not by eye. On ticket 6, which cites two conflicting references, the summary preserved the ambiguity rather than silently picking one.</a:t>
            </a:r>
          </a:p>
          <a:p>
            <a:pPr marL="203200" indent="-101600" algn="l">
              <a:lnSpc>
                <a:spcPts val="1100"/>
              </a:lnSpc>
              <a:buChar char="•"/>
            </a:pPr>
            <a:r>
              <a:rPr sz="850">
                <a:latin typeface="Montserrat"/>
              </a:rPr>
              <a:t>The three-word ticket ('refund not received') produced an honest 28-word summary that states plainly that no order or transaction reference was provided. It did not pad, and it did not invent a reference to fill the gap.</a:t>
            </a:r>
          </a:p>
        </p:txBody>
      </p:sp>
      <p:pic>
        <p:nvPicPr>
          <p:cNvPr id="336" name="Picture 335" descr="10_summarization.png"/>
          <p:cNvPicPr>
            <a:picLocks noChangeAspect="1"/>
          </p:cNvPicPr>
          <p:nvPr/>
        </p:nvPicPr>
        <p:blipFill>
          <a:blip r:embed="rId2"/>
          <a:stretch>
            <a:fillRect/>
          </a:stretch>
        </p:blipFill>
        <p:spPr>
          <a:xfrm>
            <a:off x="2179821" y="1051560"/>
            <a:ext cx="4830078" cy="2057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68"/>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Evaluation for Summarization - Criteria</a:t>
            </a:r>
            <a:endParaRPr sz="2400" b="1">
              <a:solidFill>
                <a:srgbClr val="0E39A9"/>
              </a:solidFill>
              <a:latin typeface="Nunito"/>
              <a:ea typeface="Nunito"/>
              <a:cs typeface="Nunito"/>
              <a:sym typeface="Nunito"/>
            </a:endParaRPr>
          </a:p>
        </p:txBody>
      </p:sp>
      <p:sp>
        <p:nvSpPr>
          <p:cNvPr id="347" name="Google Shape;347;p68"/>
          <p:cNvSpPr txBox="1"/>
          <p:nvPr/>
        </p:nvSpPr>
        <p:spPr>
          <a:xfrm>
            <a:off x="325250" y="4389875"/>
            <a:ext cx="8397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1" u="none" strike="noStrike" cap="none">
              <a:solidFill>
                <a:srgbClr val="000000"/>
              </a:solidFill>
              <a:latin typeface="Nunito"/>
              <a:ea typeface="Nunito"/>
              <a:cs typeface="Nunito"/>
              <a:sym typeface="Nunito"/>
            </a:endParaRPr>
          </a:p>
        </p:txBody>
      </p:sp>
      <p:sp>
        <p:nvSpPr>
          <p:cNvPr id="348" name="Google Shape;348;p68"/>
          <p:cNvSpPr txBox="1"/>
          <p:nvPr/>
        </p:nvSpPr>
        <p:spPr>
          <a:xfrm>
            <a:off x="548640" y="1051560"/>
            <a:ext cx="8092440" cy="3520440"/>
          </a:xfrm>
          <a:prstGeom prst="rect">
            <a:avLst/>
          </a:prstGeom>
          <a:noFill/>
          <a:ln>
            <a:noFill/>
          </a:ln>
        </p:spPr>
        <p:txBody>
          <a:bodyPr spcFirstLastPara="1" wrap="square" lIns="91425" tIns="91425" rIns="91425" bIns="91425" anchor="t" anchorCtr="0">
            <a:spAutoFit/>
          </a:bodyPr>
          <a:lstStyle/>
          <a:p>
            <a:pPr marL="203200" indent="-101600" algn="l" rtl="0">
              <a:lnSpc>
                <a:spcPts val="1360"/>
              </a:lnSpc>
              <a:spcBef>
                <a:spcPts val="0"/>
              </a:spcBef>
              <a:spcAft>
                <a:spcPts val="0"/>
              </a:spcAft>
              <a:buChar char="•"/>
            </a:pPr>
            <a:r>
              <a:rPr sz="1000">
                <a:latin typeface="Montserrat"/>
              </a:rPr>
              <a:t>Model: gpt-4o-mini. Temperature 0.0 - a score that moves between runs cannot be used to track quality over time, so the judge is made as reproducible as the API allows.</a:t>
            </a:r>
            <a:endParaRPr dirty="0">
              <a:latin typeface="Montserrat"/>
              <a:ea typeface="Montserrat"/>
              <a:cs typeface="Montserrat"/>
              <a:sym typeface="Montserrat"/>
            </a:endParaRPr>
          </a:p>
          <a:p>
            <a:pPr marL="203200" indent="-101600" algn="l">
              <a:lnSpc>
                <a:spcPts val="1360"/>
              </a:lnSpc>
              <a:buChar char="•"/>
            </a:pPr>
            <a:r>
              <a:rPr sz="1000">
                <a:latin typeface="Montserrat"/>
              </a:rPr>
              <a:t>Information Extraction (1-3): is every statement supported by the ticket, and are all identifiers, dates and amounts reproduced exactly.</a:t>
            </a:r>
          </a:p>
          <a:p>
            <a:pPr marL="203200" indent="-101600" algn="l">
              <a:lnSpc>
                <a:spcPts val="1360"/>
              </a:lnSpc>
              <a:buChar char="•"/>
            </a:pPr>
            <a:r>
              <a:rPr sz="1000">
                <a:latin typeface="Montserrat"/>
              </a:rPr>
              <a:t>Field Coverage (1-3): did the summary carry across the problem, the order reference, the product and the requested resolution - and leave the padding behind.</a:t>
            </a:r>
          </a:p>
          <a:p>
            <a:pPr marL="203200" indent="-101600" algn="l">
              <a:lnSpc>
                <a:spcPts val="1360"/>
              </a:lnSpc>
              <a:buChar char="•"/>
            </a:pPr>
            <a:r>
              <a:rPr sz="1000">
                <a:latin typeface="Montserrat"/>
              </a:rPr>
              <a:t>Hard rule: a hallucinated or altered identifier scores 1 automatically. An agent acting on a wrong order number does damage to a real customer's account.</a:t>
            </a:r>
          </a:p>
          <a:p>
            <a:pPr marL="203200" indent="-101600" algn="l">
              <a:lnSpc>
                <a:spcPts val="1360"/>
              </a:lnSpc>
              <a:buChar char="•"/>
            </a:pPr>
            <a:r>
              <a:rPr sz="1000">
                <a:latin typeface="Montserrat"/>
              </a:rPr>
              <a:t>Coverage is judged against what the ticket actually contains. A missing order reference is not penalised - but inventing one is an Extraction failure, not good coverage.</a:t>
            </a:r>
          </a:p>
          <a:p>
            <a:pPr marL="203200" indent="-101600" algn="l">
              <a:lnSpc>
                <a:spcPts val="1360"/>
              </a:lnSpc>
              <a:buChar char="•"/>
            </a:pPr>
            <a:r>
              <a:rPr sz="1000">
                <a:latin typeface="Montserrat"/>
              </a:rPr>
              <a:t>The judge must quote the specific detail that drove each score. Generic praise is disallowed, and it is told not to award 3 by default: merely acceptable scores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44" name="Google Shape;344;p68"/>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Evaluation for Summarization - Output</a:t>
            </a:r>
            <a:endParaRPr sz="2400" b="1">
              <a:solidFill>
                <a:srgbClr val="0E39A9"/>
              </a:solidFill>
              <a:latin typeface="Nunito"/>
              <a:ea typeface="Nunito"/>
              <a:cs typeface="Nunito"/>
              <a:sym typeface="Nunito"/>
            </a:endParaRPr>
          </a:p>
        </p:txBody>
      </p:sp>
      <p:sp>
        <p:nvSpPr>
          <p:cNvPr id="347" name="Google Shape;347;p68"/>
          <p:cNvSpPr txBox="1"/>
          <p:nvPr/>
        </p:nvSpPr>
        <p:spPr>
          <a:xfrm>
            <a:off x="325250" y="4389875"/>
            <a:ext cx="8397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1" u="none" strike="noStrike" cap="none">
              <a:solidFill>
                <a:srgbClr val="000000"/>
              </a:solidFill>
              <a:latin typeface="Nunito"/>
              <a:ea typeface="Nunito"/>
              <a:cs typeface="Nunito"/>
              <a:sym typeface="Nunito"/>
            </a:endParaRPr>
          </a:p>
        </p:txBody>
      </p:sp>
      <p:sp>
        <p:nvSpPr>
          <p:cNvPr id="348" name="Google Shape;348;p68"/>
          <p:cNvSpPr txBox="1"/>
          <p:nvPr/>
        </p:nvSpPr>
        <p:spPr>
          <a:xfrm>
            <a:off x="548640" y="3200400"/>
            <a:ext cx="8092440" cy="1207008"/>
          </a:xfrm>
          <a:prstGeom prst="rect">
            <a:avLst/>
          </a:prstGeom>
          <a:noFill/>
          <a:ln>
            <a:noFill/>
          </a:ln>
        </p:spPr>
        <p:txBody>
          <a:bodyPr spcFirstLastPara="1" wrap="square" lIns="91425" tIns="91425" rIns="91425" bIns="91425" anchor="t" anchorCtr="0">
            <a:spAutoFit/>
          </a:bodyPr>
          <a:lstStyle/>
          <a:p>
            <a:pPr marL="0" indent="0">
              <a:lnSpc>
                <a:spcPts val="1100"/>
              </a:lnSpc>
              <a:buNone/>
            </a:pPr>
            <a:r>
              <a:rPr b="1" sz="850">
                <a:solidFill>
                  <a:srgbClr val="0E39A9"/>
                </a:solidFill>
                <a:latin typeface="Montserrat"/>
              </a:rPr>
              <a:t>Observations</a:t>
            </a:r>
          </a:p>
          <a:p>
            <a:pPr marL="203200" indent="-101600" algn="l">
              <a:lnSpc>
                <a:spcPts val="1100"/>
              </a:lnSpc>
              <a:buChar char="•"/>
            </a:pPr>
            <a:r>
              <a:rPr sz="850">
                <a:latin typeface="Montserrat"/>
              </a:rPr>
              <a:t>Across 30 tickets: Information Extraction mean 2.87 (27 scored 3, two scored 2, one scored 1). Field Coverage mean 2.83 (26 scored 3, three scored 2, one scored 1).</a:t>
            </a:r>
          </a:p>
          <a:p>
            <a:pPr marL="203200" indent="-101600" algn="l">
              <a:lnSpc>
                <a:spcPts val="1100"/>
              </a:lnSpc>
              <a:buChar char="•"/>
            </a:pPr>
            <a:r>
              <a:rPr sz="850">
                <a:latin typeface="Montserrat"/>
              </a:rPr>
              <a:t>The low scores cluster exactly where the data is thin. Field Coverage averages 3.00 on the 20 tickets that carry an order reference and 2.50 on the 10 that do not - and all four sub-3 Coverage scores fall in that second group. The judge is measuring the ticket, not the model.</a:t>
            </a:r>
          </a:p>
          <a:p>
            <a:pPr marL="203200" indent="-101600" algn="l">
              <a:lnSpc>
                <a:spcPts val="1100"/>
              </a:lnSpc>
              <a:buChar char="•"/>
            </a:pPr>
            <a:r>
              <a:rPr sz="850">
                <a:latin typeface="Montserrat"/>
              </a:rPr>
              <a:t>One honest disagreement, shown rather than hidden. On ticket 3 ('not working. please help.') the summariser reported that the ticket lacks any actionable detail. The judge scored that 1 and 1, arguing the summary omitted the core problem. The summariser's behaviour is arguably the more useful of the two - which is a fair reminder that an automated score is evidence, not a verdict.</a:t>
            </a:r>
          </a:p>
        </p:txBody>
      </p:sp>
      <p:pic>
        <p:nvPicPr>
          <p:cNvPr id="349" name="Picture 348" descr="11_eval_summarization.png"/>
          <p:cNvPicPr>
            <a:picLocks noChangeAspect="1"/>
          </p:cNvPicPr>
          <p:nvPr/>
        </p:nvPicPr>
        <p:blipFill>
          <a:blip r:embed="rId2"/>
          <a:stretch>
            <a:fillRect/>
          </a:stretch>
        </p:blipFill>
        <p:spPr>
          <a:xfrm>
            <a:off x="2141103" y="1051560"/>
            <a:ext cx="4907512" cy="2057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69"/>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Response Generation - Setup and Prompts</a:t>
            </a:r>
            <a:endParaRPr sz="2400" b="1">
              <a:solidFill>
                <a:srgbClr val="0E39A9"/>
              </a:solidFill>
              <a:latin typeface="Nunito"/>
              <a:ea typeface="Nunito"/>
              <a:cs typeface="Nunito"/>
              <a:sym typeface="Nunito"/>
            </a:endParaRPr>
          </a:p>
        </p:txBody>
      </p:sp>
      <p:sp>
        <p:nvSpPr>
          <p:cNvPr id="358" name="Google Shape;358;p69"/>
          <p:cNvSpPr txBox="1"/>
          <p:nvPr/>
        </p:nvSpPr>
        <p:spPr>
          <a:xfrm>
            <a:off x="325250" y="4389875"/>
            <a:ext cx="8397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1" u="none" strike="noStrike" cap="none">
              <a:solidFill>
                <a:srgbClr val="000000"/>
              </a:solidFill>
              <a:latin typeface="Nunito"/>
              <a:ea typeface="Nunito"/>
              <a:cs typeface="Nunito"/>
              <a:sym typeface="Nunito"/>
            </a:endParaRPr>
          </a:p>
        </p:txBody>
      </p:sp>
      <p:sp>
        <p:nvSpPr>
          <p:cNvPr id="359" name="Google Shape;359;p69"/>
          <p:cNvSpPr txBox="1"/>
          <p:nvPr/>
        </p:nvSpPr>
        <p:spPr>
          <a:xfrm>
            <a:off x="548640" y="1051560"/>
            <a:ext cx="8092440" cy="3520440"/>
          </a:xfrm>
          <a:prstGeom prst="rect">
            <a:avLst/>
          </a:prstGeom>
          <a:noFill/>
          <a:ln>
            <a:noFill/>
          </a:ln>
        </p:spPr>
        <p:txBody>
          <a:bodyPr spcFirstLastPara="1" wrap="square" lIns="91425" tIns="91425" rIns="91425" bIns="91425" anchor="t" anchorCtr="0">
            <a:spAutoFit/>
          </a:bodyPr>
          <a:lstStyle/>
          <a:p>
            <a:pPr marL="203200" indent="-101600" algn="l" rtl="0">
              <a:lnSpc>
                <a:spcPts val="1360"/>
              </a:lnSpc>
              <a:spcBef>
                <a:spcPts val="0"/>
              </a:spcBef>
              <a:spcAft>
                <a:spcPts val="0"/>
              </a:spcAft>
              <a:buChar char="•"/>
            </a:pPr>
            <a:r>
              <a:rPr sz="1000">
                <a:latin typeface="Montserrat"/>
              </a:rPr>
              <a:t>Model: gpt-4o-mini. Temperature 0.4 - enough variation for natural, non-templated warmth. Policy compliance is enforced by the system message, not by lowering the temperature.</a:t>
            </a:r>
            <a:endParaRPr>
              <a:latin typeface="Montserrat"/>
              <a:ea typeface="Montserrat"/>
              <a:cs typeface="Montserrat"/>
              <a:sym typeface="Montserrat"/>
            </a:endParaRPr>
          </a:p>
          <a:p>
            <a:pPr marL="203200" indent="-101600" algn="l">
              <a:lnSpc>
                <a:spcPts val="1360"/>
              </a:lnSpc>
              <a:buChar char="•"/>
            </a:pPr>
            <a:r>
              <a:rPr sz="1000">
                <a:latin typeface="Montserrat"/>
              </a:rPr>
              <a:t>Max tokens 600. Target length 110-180 words.</a:t>
            </a:r>
          </a:p>
          <a:p>
            <a:pPr marL="203200" indent="-101600" algn="l">
              <a:lnSpc>
                <a:spcPts val="1360"/>
              </a:lnSpc>
              <a:buChar char="•"/>
            </a:pPr>
            <a:r>
              <a:rPr sz="1000">
                <a:latin typeface="Montserrat"/>
              </a:rPr>
              <a:t>Written from the SUMMARY, not the raw ticket. That is the point of summarising first, and it keeps abuse and legal threats out of the reply path entirely.</a:t>
            </a:r>
          </a:p>
          <a:p>
            <a:pPr marL="203200" indent="-101600" algn="l">
              <a:lnSpc>
                <a:spcPts val="1360"/>
              </a:lnSpc>
              <a:buChar char="•"/>
            </a:pPr>
            <a:r>
              <a:rPr sz="1000">
                <a:latin typeface="Montserrat"/>
              </a:rPr>
              <a:t>Technique: zero-shot role prompt with a fixed five-step structure - acknowledge the specific problem, match it to a policy, state the action and its timeframe, state the customer's next step, close.</a:t>
            </a:r>
          </a:p>
          <a:p>
            <a:pPr marL="203200" indent="-101600" algn="l">
              <a:lnSpc>
                <a:spcPts val="1360"/>
              </a:lnSpc>
              <a:buChar char="•"/>
            </a:pPr>
            <a:r>
              <a:rPr sz="1000">
                <a:latin typeface="Montserrat"/>
              </a:rPr>
              <a:t>Structured Output Parser, manual schema: { response: string }.</a:t>
            </a:r>
          </a:p>
          <a:p>
            <a:pPr marL="203200" indent="-101600" algn="l">
              <a:lnSpc>
                <a:spcPts val="1360"/>
              </a:lnSpc>
              <a:buChar char="•"/>
            </a:pPr>
            <a:r>
              <a:rPr sz="1000">
                <a:latin typeface="Montserrat"/>
              </a:rPr>
              <a:t>Fixed format: opens "Dear Customer," and signs off "The ShopNest Support Team".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5" name="Google Shape;355;p69"/>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Response Generation - Embedded Policies</a:t>
            </a:r>
            <a:endParaRPr sz="2400" b="1">
              <a:solidFill>
                <a:srgbClr val="0E39A9"/>
              </a:solidFill>
              <a:latin typeface="Nunito"/>
              <a:ea typeface="Nunito"/>
              <a:cs typeface="Nunito"/>
              <a:sym typeface="Nunito"/>
            </a:endParaRPr>
          </a:p>
        </p:txBody>
      </p:sp>
      <p:sp>
        <p:nvSpPr>
          <p:cNvPr id="358" name="Google Shape;358;p69"/>
          <p:cNvSpPr txBox="1"/>
          <p:nvPr/>
        </p:nvSpPr>
        <p:spPr>
          <a:xfrm>
            <a:off x="325250" y="4389875"/>
            <a:ext cx="8397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1" u="none" strike="noStrike" cap="none">
              <a:solidFill>
                <a:srgbClr val="000000"/>
              </a:solidFill>
              <a:latin typeface="Nunito"/>
              <a:ea typeface="Nunito"/>
              <a:cs typeface="Nunito"/>
              <a:sym typeface="Nunito"/>
            </a:endParaRPr>
          </a:p>
        </p:txBody>
      </p:sp>
      <p:sp>
        <p:nvSpPr>
          <p:cNvPr id="359" name="Google Shape;359;p69"/>
          <p:cNvSpPr txBox="1"/>
          <p:nvPr/>
        </p:nvSpPr>
        <p:spPr>
          <a:xfrm>
            <a:off x="548640" y="1051560"/>
            <a:ext cx="8092440" cy="3520440"/>
          </a:xfrm>
          <a:prstGeom prst="rect">
            <a:avLst/>
          </a:prstGeom>
          <a:noFill/>
          <a:ln>
            <a:noFill/>
          </a:ln>
        </p:spPr>
        <p:txBody>
          <a:bodyPr spcFirstLastPara="1" wrap="square" lIns="91425" tIns="91425" rIns="91425" bIns="91425" anchor="t" anchorCtr="0">
            <a:spAutoFit/>
          </a:bodyPr>
          <a:lstStyle/>
          <a:p>
            <a:pPr marL="203200" indent="-101600" algn="l" rtl="0">
              <a:lnSpc>
                <a:spcPts val="1350"/>
              </a:lnSpc>
              <a:spcBef>
                <a:spcPts val="0"/>
              </a:spcBef>
              <a:spcAft>
                <a:spcPts val="0"/>
              </a:spcAft>
              <a:buChar char="•"/>
            </a:pPr>
            <a:r>
              <a:rPr sz="1000">
                <a:latin typeface="Montserrat"/>
              </a:rPr>
              <a:t>Refund &amp; Return: full refund or replacement within 10 days of delivery; after 10 days case by case; refunds processed 5-7 business days after pickup and verification; digital payments to the original source; COD by bank transfer within 7 business days.</a:t>
            </a:r>
            <a:endParaRPr>
              <a:latin typeface="Montserrat"/>
              <a:ea typeface="Montserrat"/>
              <a:cs typeface="Montserrat"/>
              <a:sym typeface="Montserrat"/>
            </a:endParaRPr>
          </a:p>
          <a:p>
            <a:pPr marL="203200" indent="-101600" algn="l">
              <a:lnSpc>
                <a:spcPts val="1350"/>
              </a:lnSpc>
              <a:buChar char="•"/>
            </a:pPr>
            <a:r>
              <a:rPr sz="1000">
                <a:latin typeface="Montserrat"/>
              </a:rPr>
              <a:t>Delivery Delay Compensation: more than 3 days late, Rs 100 ShopNest voucher; beyond 7 days with no resolution, full refund without returning the item; revised date communicated proactively.</a:t>
            </a:r>
          </a:p>
          <a:p>
            <a:pPr marL="203200" indent="-101600" algn="l">
              <a:lnSpc>
                <a:spcPts val="1350"/>
              </a:lnSpc>
              <a:buChar char="•"/>
            </a:pPr>
            <a:r>
              <a:rPr sz="1000">
                <a:latin typeface="Montserrat"/>
              </a:rPr>
              <a:t>Wrong / Damaged Item: free replacement or full refund; pickup arranged within 2 business days; no return shipping cost to the customer; photographic evidence may be requested.</a:t>
            </a:r>
          </a:p>
          <a:p>
            <a:pPr marL="203200" indent="-101600" algn="l">
              <a:lnSpc>
                <a:spcPts val="1350"/>
              </a:lnSpc>
              <a:buChar char="•"/>
            </a:pPr>
            <a:r>
              <a:rPr sz="1000">
                <a:latin typeface="Montserrat"/>
              </a:rPr>
              <a:t>Payment Failure: deducted but unconfirmed, auto-reversed in 3-5 business days; not reversed after 5 days, customer shares the transaction reference; do not retry payment until the deduction is reversed.</a:t>
            </a:r>
          </a:p>
          <a:p>
            <a:pPr marL="203200" indent="-101600" algn="l">
              <a:lnSpc>
                <a:spcPts val="1350"/>
              </a:lnSpc>
              <a:buChar char="•"/>
            </a:pPr>
            <a:r>
              <a:rPr sz="1000">
                <a:latin typeface="Montserrat"/>
              </a:rPr>
              <a:t>Guardrails: never promise beyond these policies; never invent an order number, date or amount; never engage with a legal threat; ask for at most three missing details.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5" name="Google Shape;355;p69"/>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Response Generation - Output</a:t>
            </a:r>
            <a:endParaRPr sz="2400" b="1">
              <a:solidFill>
                <a:srgbClr val="0E39A9"/>
              </a:solidFill>
              <a:latin typeface="Nunito"/>
              <a:ea typeface="Nunito"/>
              <a:cs typeface="Nunito"/>
              <a:sym typeface="Nunito"/>
            </a:endParaRPr>
          </a:p>
        </p:txBody>
      </p:sp>
      <p:sp>
        <p:nvSpPr>
          <p:cNvPr id="358" name="Google Shape;358;p69"/>
          <p:cNvSpPr txBox="1"/>
          <p:nvPr/>
        </p:nvSpPr>
        <p:spPr>
          <a:xfrm>
            <a:off x="325250" y="4389875"/>
            <a:ext cx="8397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1" u="none" strike="noStrike" cap="none">
              <a:solidFill>
                <a:srgbClr val="000000"/>
              </a:solidFill>
              <a:latin typeface="Nunito"/>
              <a:ea typeface="Nunito"/>
              <a:cs typeface="Nunito"/>
              <a:sym typeface="Nunito"/>
            </a:endParaRPr>
          </a:p>
        </p:txBody>
      </p:sp>
      <p:sp>
        <p:nvSpPr>
          <p:cNvPr id="359" name="Google Shape;359;p69"/>
          <p:cNvSpPr txBox="1"/>
          <p:nvPr/>
        </p:nvSpPr>
        <p:spPr>
          <a:xfrm>
            <a:off x="548640" y="3200400"/>
            <a:ext cx="8092440" cy="1207008"/>
          </a:xfrm>
          <a:prstGeom prst="rect">
            <a:avLst/>
          </a:prstGeom>
          <a:noFill/>
          <a:ln>
            <a:noFill/>
          </a:ln>
        </p:spPr>
        <p:txBody>
          <a:bodyPr spcFirstLastPara="1" wrap="square" lIns="91425" tIns="91425" rIns="91425" bIns="91425" anchor="t" anchorCtr="0">
            <a:spAutoFit/>
          </a:bodyPr>
          <a:lstStyle/>
          <a:p>
            <a:pPr marL="0" indent="0">
              <a:lnSpc>
                <a:spcPts val="1100"/>
              </a:lnSpc>
              <a:buNone/>
            </a:pPr>
            <a:r>
              <a:rPr b="1" sz="850">
                <a:solidFill>
                  <a:srgbClr val="0E39A9"/>
                </a:solidFill>
                <a:latin typeface="Montserrat"/>
              </a:rPr>
              <a:t>Observations</a:t>
            </a:r>
          </a:p>
          <a:p>
            <a:pPr marL="203200" indent="-101600" algn="l">
              <a:lnSpc>
                <a:spcPts val="1100"/>
              </a:lnSpc>
              <a:buChar char="•"/>
            </a:pPr>
            <a:r>
              <a:rPr sz="850">
                <a:latin typeface="Montserrat"/>
              </a:rPr>
              <a:t>Three tickets carry an explicit escalation threat - the Better Business Bureau (1), a state consumer protection office (10), and the FTC plus a consumer rights attorney (24). All three replies answered the underlying service problem and did not engage the threat at all. All three scored 3 on Issue Addressal.</a:t>
            </a:r>
          </a:p>
          <a:p>
            <a:pPr marL="203200" indent="-101600" algn="l">
              <a:lnSpc>
                <a:spcPts val="1100"/>
              </a:lnSpc>
              <a:buChar char="•"/>
            </a:pPr>
            <a:r>
              <a:rPr sz="850">
                <a:latin typeface="Montserrat"/>
              </a:rPr>
              <a:t>8 of the 10 tickets with no order reference produced a reply that asks the customer for identifying details. None invented a reference. Replies run 84 to 139 words (mean 114), inside the 110-180 word target band and consistent enough to sit under one brand voice.</a:t>
            </a:r>
          </a:p>
        </p:txBody>
      </p:sp>
      <p:pic>
        <p:nvPicPr>
          <p:cNvPr id="360" name="Picture 359" descr="12_response_generation.png"/>
          <p:cNvPicPr>
            <a:picLocks noChangeAspect="1"/>
          </p:cNvPicPr>
          <p:nvPr/>
        </p:nvPicPr>
        <p:blipFill>
          <a:blip r:embed="rId2"/>
          <a:stretch>
            <a:fillRect/>
          </a:stretch>
        </p:blipFill>
        <p:spPr>
          <a:xfrm>
            <a:off x="2191559" y="1051560"/>
            <a:ext cx="4806601" cy="2057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70"/>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Evaluation for Response - Criteria</a:t>
            </a:r>
            <a:endParaRPr sz="2400" b="1">
              <a:solidFill>
                <a:srgbClr val="0E39A9"/>
              </a:solidFill>
              <a:latin typeface="Nunito"/>
              <a:ea typeface="Nunito"/>
              <a:cs typeface="Nunito"/>
              <a:sym typeface="Nunito"/>
            </a:endParaRPr>
          </a:p>
        </p:txBody>
      </p:sp>
      <p:sp>
        <p:nvSpPr>
          <p:cNvPr id="372" name="Google Shape;372;p70"/>
          <p:cNvSpPr txBox="1"/>
          <p:nvPr/>
        </p:nvSpPr>
        <p:spPr>
          <a:xfrm>
            <a:off x="325250" y="4389875"/>
            <a:ext cx="8397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1" u="none" strike="noStrike" cap="none">
              <a:solidFill>
                <a:srgbClr val="000000"/>
              </a:solidFill>
              <a:latin typeface="Nunito"/>
              <a:ea typeface="Nunito"/>
              <a:cs typeface="Nunito"/>
              <a:sym typeface="Nunito"/>
            </a:endParaRPr>
          </a:p>
        </p:txBody>
      </p:sp>
      <p:sp>
        <p:nvSpPr>
          <p:cNvPr id="373" name="Google Shape;373;p70"/>
          <p:cNvSpPr txBox="1"/>
          <p:nvPr/>
        </p:nvSpPr>
        <p:spPr>
          <a:xfrm>
            <a:off x="548640" y="1051560"/>
            <a:ext cx="8092440" cy="3520440"/>
          </a:xfrm>
          <a:prstGeom prst="rect">
            <a:avLst/>
          </a:prstGeom>
          <a:noFill/>
          <a:ln>
            <a:noFill/>
          </a:ln>
        </p:spPr>
        <p:txBody>
          <a:bodyPr spcFirstLastPara="1" wrap="square" lIns="91425" tIns="91425" rIns="91425" bIns="91425" anchor="t" anchorCtr="0">
            <a:spAutoFit/>
          </a:bodyPr>
          <a:lstStyle/>
          <a:p>
            <a:pPr marL="203200" indent="-101600" algn="l" rtl="0">
              <a:lnSpc>
                <a:spcPts val="1360"/>
              </a:lnSpc>
              <a:spcBef>
                <a:spcPts val="0"/>
              </a:spcBef>
              <a:spcAft>
                <a:spcPts val="0"/>
              </a:spcAft>
              <a:buChar char="•"/>
            </a:pPr>
            <a:r>
              <a:rPr sz="1000">
                <a:latin typeface="Montserrat"/>
              </a:rPr>
              <a:t>Model: gpt-4o-mini. Temperature 0.0, for the same reproducibility reason as the first judge.</a:t>
            </a:r>
            <a:endParaRPr>
              <a:latin typeface="Montserrat"/>
              <a:ea typeface="Montserrat"/>
              <a:cs typeface="Montserrat"/>
              <a:sym typeface="Montserrat"/>
            </a:endParaRPr>
          </a:p>
          <a:p>
            <a:pPr marL="203200" indent="-101600" algn="l">
              <a:lnSpc>
                <a:spcPts val="1360"/>
              </a:lnSpc>
              <a:buChar char="•"/>
            </a:pPr>
            <a:r>
              <a:rPr sz="1000">
                <a:latin typeface="Montserrat"/>
              </a:rPr>
              <a:t>The judge is given the same four policies as the generator, so it audits against the rules the generator was actually handed rather than its own idea of them.</a:t>
            </a:r>
          </a:p>
          <a:p>
            <a:pPr marL="203200" indent="-101600" algn="l">
              <a:lnSpc>
                <a:spcPts val="1360"/>
              </a:lnSpc>
              <a:buChar char="•"/>
            </a:pPr>
            <a:r>
              <a:rPr sz="1000">
                <a:latin typeface="Montserrat"/>
              </a:rPr>
              <a:t>Issue Addressal (1-3): does the reply answer the real problem, and does every commitment, timeframe and entitlement it states match policy.</a:t>
            </a:r>
          </a:p>
          <a:p>
            <a:pPr marL="203200" indent="-101600" algn="l">
              <a:lnSpc>
                <a:spcPts val="1360"/>
              </a:lnSpc>
              <a:buChar char="•"/>
            </a:pPr>
            <a:r>
              <a:rPr sz="1000">
                <a:latin typeface="Montserrat"/>
              </a:rPr>
              <a:t>Resolution Clarity (1-3): after one read, does the customer know who does what and by when, and is the tone right for how upset they are.</a:t>
            </a:r>
          </a:p>
          <a:p>
            <a:pPr marL="203200" indent="-101600" algn="l">
              <a:lnSpc>
                <a:spcPts val="1360"/>
              </a:lnSpc>
              <a:buChar char="•"/>
            </a:pPr>
            <a:r>
              <a:rPr sz="1000">
                <a:latin typeface="Montserrat"/>
              </a:rPr>
              <a:t>overall_score is the sum of the two, so it ranges 2 to 6. It is computed, not estimated - and the output checker re-derives it to confirm.</a:t>
            </a:r>
          </a:p>
          <a:p>
            <a:pPr marL="203200" indent="-101600" algn="l">
              <a:lnSpc>
                <a:spcPts val="1360"/>
              </a:lnSpc>
              <a:buChar char="•"/>
            </a:pPr>
            <a:r>
              <a:rPr sz="1000">
                <a:latin typeface="Montserrat"/>
              </a:rPr>
              <a:t>Hard rule: any promise outside policy, or any invented identifier or date, scores 1. A fluent reply that commits ShopNest to something it never agreed to is worse than a clumsy one, because it will be honoured.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69" name="Google Shape;369;p70"/>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Evaluation for Response - Output</a:t>
            </a:r>
            <a:endParaRPr sz="2400" b="1">
              <a:solidFill>
                <a:srgbClr val="0E39A9"/>
              </a:solidFill>
              <a:latin typeface="Nunito"/>
              <a:ea typeface="Nunito"/>
              <a:cs typeface="Nunito"/>
              <a:sym typeface="Nunito"/>
            </a:endParaRPr>
          </a:p>
        </p:txBody>
      </p:sp>
      <p:sp>
        <p:nvSpPr>
          <p:cNvPr id="372" name="Google Shape;372;p70"/>
          <p:cNvSpPr txBox="1"/>
          <p:nvPr/>
        </p:nvSpPr>
        <p:spPr>
          <a:xfrm>
            <a:off x="325250" y="4389875"/>
            <a:ext cx="8397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1" u="none" strike="noStrike" cap="none">
              <a:solidFill>
                <a:srgbClr val="000000"/>
              </a:solidFill>
              <a:latin typeface="Nunito"/>
              <a:ea typeface="Nunito"/>
              <a:cs typeface="Nunito"/>
              <a:sym typeface="Nunito"/>
            </a:endParaRPr>
          </a:p>
        </p:txBody>
      </p:sp>
      <p:sp>
        <p:nvSpPr>
          <p:cNvPr id="373" name="Google Shape;373;p70"/>
          <p:cNvSpPr txBox="1"/>
          <p:nvPr/>
        </p:nvSpPr>
        <p:spPr>
          <a:xfrm>
            <a:off x="548640" y="3200400"/>
            <a:ext cx="8092440" cy="1207008"/>
          </a:xfrm>
          <a:prstGeom prst="rect">
            <a:avLst/>
          </a:prstGeom>
          <a:noFill/>
          <a:ln>
            <a:noFill/>
          </a:ln>
        </p:spPr>
        <p:txBody>
          <a:bodyPr spcFirstLastPara="1" wrap="square" lIns="91425" tIns="91425" rIns="91425" bIns="91425" anchor="t" anchorCtr="0">
            <a:spAutoFit/>
          </a:bodyPr>
          <a:lstStyle/>
          <a:p>
            <a:pPr marL="0" indent="0">
              <a:lnSpc>
                <a:spcPts val="1100"/>
              </a:lnSpc>
              <a:buNone/>
            </a:pPr>
            <a:r>
              <a:rPr b="1" sz="850">
                <a:solidFill>
                  <a:srgbClr val="0E39A9"/>
                </a:solidFill>
                <a:latin typeface="Montserrat"/>
              </a:rPr>
              <a:t>Observations</a:t>
            </a:r>
          </a:p>
          <a:p>
            <a:pPr marL="203200" indent="-101600" algn="l">
              <a:lnSpc>
                <a:spcPts val="1100"/>
              </a:lnSpc>
              <a:buChar char="•"/>
            </a:pPr>
            <a:r>
              <a:rPr sz="850">
                <a:latin typeface="Montserrat"/>
              </a:rPr>
              <a:t>Issue Addressal mean 2.67, Resolution Clarity mean 2.70, overall mean 5.37 out of 6. 20 of 30 replies scored a clean 6; 22 scored 5 or more; 8 scored 4 or below and would be routed to a human under the gate proposed later.</a:t>
            </a:r>
          </a:p>
          <a:p>
            <a:pPr marL="203200" indent="-101600" algn="l">
              <a:lnSpc>
                <a:spcPts val="1100"/>
              </a:lnSpc>
              <a:buChar char="•"/>
            </a:pPr>
            <a:r>
              <a:rPr sz="850">
                <a:latin typeface="Montserrat"/>
              </a:rPr>
              <a:t>The judge earned its place on ticket 18. A customer complained that a DoorDash driver was an hour late and the food arrived cold - a case no ShopNest policy covers. The generated reply reached for the Delivery Delay policy and misapplied it, implying a refund rule that does not fit. The judge scored Issue Addressal 1, the lowest of all 30, and wrote: 'The reply is not safe to send as written.'</a:t>
            </a:r>
          </a:p>
          <a:p>
            <a:pPr marL="203200" indent="-101600" algn="l">
              <a:lnSpc>
                <a:spcPts val="1100"/>
              </a:lnSpc>
              <a:buChar char="•"/>
            </a:pPr>
            <a:r>
              <a:rPr sz="850">
                <a:latin typeface="Montserrat"/>
              </a:rPr>
              <a:t>That is the entire argument for LLM-as-a-Judge in one row. The reply was fluent, warm and confidently wrong. Fluency is exactly what a human reviewer skim-reading 200 tickets a day is least likely to catch.</a:t>
            </a:r>
          </a:p>
        </p:txBody>
      </p:sp>
      <p:pic>
        <p:nvPicPr>
          <p:cNvPr id="374" name="Picture 373" descr="13_eval_response.png"/>
          <p:cNvPicPr>
            <a:picLocks noChangeAspect="1"/>
          </p:cNvPicPr>
          <p:nvPr/>
        </p:nvPicPr>
        <p:blipFill>
          <a:blip r:embed="rId2"/>
          <a:stretch>
            <a:fillRect/>
          </a:stretch>
        </p:blipFill>
        <p:spPr>
          <a:xfrm>
            <a:off x="2196687" y="1051560"/>
            <a:ext cx="4796346" cy="2057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71"/>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spcBef>
                <a:spcPts val="0"/>
              </a:spcBef>
              <a:spcAft>
                <a:spcPts val="0"/>
              </a:spcAft>
            </a:pPr>
            <a:r>
              <a:rPr b="1" sz="2400">
                <a:solidFill>
                  <a:schemeClr val="lt2"/>
                </a:solidFill>
                <a:latin typeface="Nunito"/>
              </a:rPr>
              <a:t>Output &amp; Compilation</a:t>
            </a:r>
            <a:endParaRPr sz="2400" b="1">
              <a:solidFill>
                <a:srgbClr val="0E39A9"/>
              </a:solidFill>
              <a:latin typeface="Nunito"/>
              <a:ea typeface="Nunito"/>
              <a:cs typeface="Nunito"/>
              <a:sym typeface="Nunito"/>
            </a:endParaRPr>
          </a:p>
        </p:txBody>
      </p:sp>
      <p:sp>
        <p:nvSpPr>
          <p:cNvPr id="382" name="Google Shape;382;p71"/>
          <p:cNvSpPr txBox="1"/>
          <p:nvPr/>
        </p:nvSpPr>
        <p:spPr>
          <a:xfrm>
            <a:off x="325250" y="4389875"/>
            <a:ext cx="8397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1" u="none" strike="noStrike" cap="none">
              <a:solidFill>
                <a:srgbClr val="000000"/>
              </a:solidFill>
              <a:latin typeface="Nunito"/>
              <a:ea typeface="Nunito"/>
              <a:cs typeface="Nunito"/>
              <a:sym typeface="Nunito"/>
            </a:endParaRPr>
          </a:p>
        </p:txBody>
      </p:sp>
      <p:sp>
        <p:nvSpPr>
          <p:cNvPr id="383" name="Google Shape;383;p71"/>
          <p:cNvSpPr txBox="1"/>
          <p:nvPr/>
        </p:nvSpPr>
        <p:spPr>
          <a:xfrm>
            <a:off x="548640" y="3200400"/>
            <a:ext cx="8092440" cy="1207008"/>
          </a:xfrm>
          <a:prstGeom prst="rect">
            <a:avLst/>
          </a:prstGeom>
          <a:noFill/>
          <a:ln>
            <a:noFill/>
          </a:ln>
        </p:spPr>
        <p:txBody>
          <a:bodyPr spcFirstLastPara="1" wrap="square" lIns="91425" tIns="91425" rIns="91425" bIns="91425" anchor="t" anchorCtr="0">
            <a:spAutoFit/>
          </a:bodyPr>
          <a:lstStyle/>
          <a:p>
            <a:pPr marL="203200" indent="-101600" algn="l">
              <a:lnSpc>
                <a:spcPts val="1100"/>
              </a:lnSpc>
              <a:buChar char="•"/>
            </a:pPr>
            <a:r>
              <a:rPr sz="850">
                <a:latin typeface="Montserrat"/>
              </a:rPr>
              <a:t>Edit Fields maps each stage's output onto one flat row; Convert to File makes the CSV; Read/Write Files saves it back to the lab file store.</a:t>
            </a:r>
          </a:p>
          <a:p>
            <a:pPr marL="203200" indent="-101600" algn="l">
              <a:lnSpc>
                <a:spcPts val="1100"/>
              </a:lnSpc>
              <a:buChar char="•"/>
            </a:pPr>
            <a:r>
              <a:rPr sz="850">
                <a:latin typeface="Montserrat"/>
              </a:rPr>
              <a:t>30 rows, 14 columns. The first four are the ones the brief names: support_ticket_id, support_ticket_desc, summarisation, response_generation.</a:t>
            </a:r>
          </a:p>
          <a:p>
            <a:pPr marL="203200" indent="-101600" algn="l">
              <a:lnSpc>
                <a:spcPts val="1100"/>
              </a:lnSpc>
              <a:buChar char="•"/>
            </a:pPr>
            <a:r>
              <a:rPr sz="850">
                <a:latin typeface="Montserrat"/>
              </a:rPr>
              <a:t>The other ten are the four criterion scores, the overall, and the judge's written reasoning for each - so every score sits beside the text that earned it.</a:t>
            </a:r>
          </a:p>
          <a:p>
            <a:pPr marL="203200" indent="-101600" algn="l">
              <a:lnSpc>
                <a:spcPts val="1100"/>
              </a:lnSpc>
              <a:buChar char="•"/>
            </a:pPr>
            <a:r>
              <a:rPr sz="850">
                <a:latin typeface="Montserrat"/>
              </a:rPr>
              <a:t>The execution status is NOT the verification. n8n's output parser returns an empty object when a model reply is the wrong shape, and raises nothing: all nodes green, 30 rows written, every generated column blank. This happened once during the build.</a:t>
            </a:r>
          </a:p>
          <a:p>
            <a:pPr marL="203200" indent="-101600" algn="l">
              <a:lnSpc>
                <a:spcPts val="1100"/>
              </a:lnSpc>
              <a:buChar char="•"/>
            </a:pPr>
            <a:r>
              <a:rPr sz="850">
                <a:latin typeface="Montserrat"/>
              </a:rPr>
              <a:t>So the finished CSV is checked instead: row count, required columns present, no blank cells, every score inside range, and overall_score equal to the sum of its parts.</a:t>
            </a:r>
          </a:p>
        </p:txBody>
      </p:sp>
      <p:pic>
        <p:nvPicPr>
          <p:cNvPr id="384" name="Picture 383" descr="14_extract_outputs.png"/>
          <p:cNvPicPr>
            <a:picLocks noChangeAspect="1"/>
          </p:cNvPicPr>
          <p:nvPr/>
        </p:nvPicPr>
        <p:blipFill>
          <a:blip r:embed="rId3"/>
          <a:stretch>
            <a:fillRect/>
          </a:stretch>
        </p:blipFill>
        <p:spPr>
          <a:xfrm>
            <a:off x="2095646" y="1051560"/>
            <a:ext cx="4998427" cy="20574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4" name="Google Shape;394;p7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lnSpc>
                <a:spcPts val="2400"/>
              </a:lnSpc>
              <a:spcBef>
                <a:spcPts val="0"/>
              </a:spcBef>
              <a:spcAft>
                <a:spcPts val="0"/>
              </a:spcAft>
              <a:buSzPts val="2200"/>
            </a:pPr>
            <a:r>
              <a:rPr sz="2400">
                <a:solidFill>
                  <a:srgbClr val="0E39A9"/>
                </a:solidFill>
              </a:rPr>
              <a:t>Business Insights</a:t>
            </a:r>
            <a:endParaRPr>
              <a:solidFill>
                <a:srgbClr val="000000"/>
              </a:solidFill>
            </a:endParaRPr>
          </a:p>
        </p:txBody>
      </p:sp>
      <p:sp>
        <p:nvSpPr>
          <p:cNvPr id="396" name="Google Shape;396;p73"/>
          <p:cNvSpPr txBox="1"/>
          <p:nvPr/>
        </p:nvSpPr>
        <p:spPr>
          <a:xfrm>
            <a:off x="548640" y="1051560"/>
            <a:ext cx="8092440" cy="3520440"/>
          </a:xfrm>
          <a:prstGeom prst="rect">
            <a:avLst/>
          </a:prstGeom>
          <a:noFill/>
          <a:ln>
            <a:noFill/>
          </a:ln>
        </p:spPr>
        <p:txBody>
          <a:bodyPr spcFirstLastPara="1" wrap="square" lIns="91425" tIns="91425" rIns="91425" bIns="91425" anchor="t" anchorCtr="0">
            <a:spAutoFit/>
          </a:bodyPr>
          <a:lstStyle/>
          <a:p>
            <a:pPr marL="203200" marR="0" indent="-101600" algn="l" rtl="0">
              <a:lnSpc>
                <a:spcPts val="1360"/>
              </a:lnSpc>
              <a:spcBef>
                <a:spcPts val="0"/>
              </a:spcBef>
              <a:spcAft>
                <a:spcPts val="0"/>
              </a:spcAft>
              <a:buClr>
                <a:srgbClr val="000000"/>
              </a:buClr>
              <a:buSzPts val="1400"/>
              <a:buChar char="•"/>
            </a:pPr>
            <a:r>
              <a:rPr sz="1000">
                <a:latin typeface="Montserrat"/>
              </a:rPr>
              <a:t>One ticket in three (10 of 30) contains no order reference. Those cannot be actioned by anyone, human or model - they always cost a second round trip before work can start.</a:t>
            </a:r>
            <a:endParaRPr sz="1400" b="0" i="0" u="none" strike="noStrike" cap="none">
              <a:solidFill>
                <a:srgbClr val="000000"/>
              </a:solidFill>
              <a:latin typeface="Montserrat"/>
              <a:ea typeface="Montserrat"/>
              <a:cs typeface="Montserrat"/>
              <a:sym typeface="Montserrat"/>
            </a:endParaRPr>
          </a:p>
          <a:p>
            <a:pPr marL="203200" indent="-101600" algn="l">
              <a:lnSpc>
                <a:spcPts val="1360"/>
              </a:lnSpc>
              <a:buChar char="•"/>
            </a:pPr>
            <a:r>
              <a:rPr sz="1000">
                <a:latin typeface="Montserrat"/>
              </a:rPr>
              <a:t>Ticket length spans 3 to 184 words. The expense is the variance: an agent has to read all 184 words to discover whether the one line that matters is present at all.</a:t>
            </a:r>
          </a:p>
          <a:p>
            <a:pPr marL="203200" indent="-101600" algn="l">
              <a:lnSpc>
                <a:spcPts val="1360"/>
              </a:lnSpc>
              <a:buChar char="•"/>
            </a:pPr>
            <a:r>
              <a:rPr sz="1000">
                <a:latin typeface="Montserrat"/>
              </a:rPr>
              <a:t>The shortest ticket in the set, complete: "refund not received". No order, no date, no amount. It is 0.4% of the longest ticket's length and needs the same human attention.</a:t>
            </a:r>
          </a:p>
          <a:p>
            <a:pPr marL="203200" indent="-101600" algn="l">
              <a:lnSpc>
                <a:spcPts val="1360"/>
              </a:lnSpc>
              <a:buChar char="•"/>
            </a:pPr>
            <a:r>
              <a:rPr sz="1000">
                <a:latin typeface="Montserrat"/>
              </a:rPr>
              <a:t>One ticket cites two different order references. Automation that silently picks one is worse than automation that flags the ambiguity.</a:t>
            </a:r>
          </a:p>
          <a:p>
            <a:pPr marL="203200" indent="-101600" algn="l">
              <a:lnSpc>
                <a:spcPts val="1360"/>
              </a:lnSpc>
              <a:buChar char="•"/>
            </a:pPr>
            <a:r>
              <a:rPr sz="1000">
                <a:latin typeface="Montserrat"/>
              </a:rPr>
              <a:t>3 of 30 tickets use legal or regulatory escalation language - the Better Business Bureau, a state consumer protection office, and the FTC with an attorney engaged. These are exactly the tickets where an off-policy promise is most expensive to honour.</a:t>
            </a:r>
          </a:p>
          <a:p>
            <a:pPr marL="203200" indent="-101600" algn="l">
              <a:lnSpc>
                <a:spcPts val="1360"/>
              </a:lnSpc>
              <a:buChar char="•"/>
            </a:pPr>
            <a:r>
              <a:rPr sz="1000">
                <a:latin typeface="Montserrat"/>
              </a:rPr>
              <a:t>The missing order reference is measurable in the scores, not just in principle. Replies to tickets that carry a reference average 5.65 of 6; replies to those without average 4.80. Same model, same prompt - the gap is the intake data.</a:t>
            </a:r>
          </a:p>
          <a:p>
            <a:pPr marL="203200" indent="-101600" algn="l">
              <a:lnSpc>
                <a:spcPts val="1360"/>
              </a:lnSpc>
              <a:buChar char="•"/>
            </a:pPr>
            <a:r>
              <a:rPr sz="1000">
                <a:latin typeface="Montserrat"/>
              </a:rPr>
              <a:t>Emotional content is a large share of the words and almost none of the information. The summariser compresses a mean of 80 words to 48, and the 184-word complaint to 60, with no loss of the order number, the model or the disputed amount.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4" name="Google Shape;394;p7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lnSpc>
                <a:spcPts val="2400"/>
              </a:lnSpc>
              <a:spcBef>
                <a:spcPts val="0"/>
              </a:spcBef>
              <a:spcAft>
                <a:spcPts val="0"/>
              </a:spcAft>
              <a:buSzPts val="2200"/>
            </a:pPr>
            <a:r>
              <a:rPr sz="2400">
                <a:solidFill>
                  <a:srgbClr val="0E39A9"/>
                </a:solidFill>
              </a:rPr>
              <a:t>Recommendations</a:t>
            </a:r>
            <a:endParaRPr>
              <a:solidFill>
                <a:srgbClr val="000000"/>
              </a:solidFill>
            </a:endParaRPr>
          </a:p>
        </p:txBody>
      </p:sp>
      <p:sp>
        <p:nvSpPr>
          <p:cNvPr id="396" name="Google Shape;396;p73"/>
          <p:cNvSpPr txBox="1"/>
          <p:nvPr/>
        </p:nvSpPr>
        <p:spPr>
          <a:xfrm>
            <a:off x="548640" y="1051560"/>
            <a:ext cx="8092440" cy="3520440"/>
          </a:xfrm>
          <a:prstGeom prst="rect">
            <a:avLst/>
          </a:prstGeom>
          <a:noFill/>
          <a:ln>
            <a:noFill/>
          </a:ln>
        </p:spPr>
        <p:txBody>
          <a:bodyPr spcFirstLastPara="1" wrap="square" lIns="91425" tIns="91425" rIns="91425" bIns="91425" anchor="t" anchorCtr="0">
            <a:spAutoFit/>
          </a:bodyPr>
          <a:lstStyle/>
          <a:p>
            <a:pPr marL="203200" marR="0" indent="-101600" algn="l" rtl="0">
              <a:lnSpc>
                <a:spcPts val="1360"/>
              </a:lnSpc>
              <a:spcBef>
                <a:spcPts val="0"/>
              </a:spcBef>
              <a:spcAft>
                <a:spcPts val="0"/>
              </a:spcAft>
              <a:buClr>
                <a:srgbClr val="000000"/>
              </a:buClr>
              <a:buSzPts val="1400"/>
              <a:buChar char="•"/>
            </a:pPr>
            <a:r>
              <a:rPr sz="1000">
                <a:latin typeface="Montserrat"/>
              </a:rPr>
              <a:t>Deploy as agent-assist, not auto-send. The pipeline drafts; a human sends. The scores make that review queue triageable instead of random.</a:t>
            </a:r>
            <a:endParaRPr sz="1400" b="0" i="0" u="none" strike="noStrike" cap="none">
              <a:solidFill>
                <a:srgbClr val="000000"/>
              </a:solidFill>
              <a:latin typeface="Montserrat"/>
              <a:ea typeface="Montserrat"/>
              <a:cs typeface="Montserrat"/>
              <a:sym typeface="Montserrat"/>
            </a:endParaRPr>
          </a:p>
          <a:p>
            <a:pPr marL="203200" indent="-101600" algn="l">
              <a:lnSpc>
                <a:spcPts val="1360"/>
              </a:lnSpc>
              <a:buChar char="•"/>
            </a:pPr>
            <a:r>
              <a:rPr sz="1000">
                <a:latin typeface="Montserrat"/>
              </a:rPr>
              <a:t>Use the judge as a release gate: auto-send only where both criteria score 3 and no policy flag is raised. On this run that gate passes 20 of 30 replies and routes the other 10 to a person - including the one the judge called unsafe. Widen it as evidence accumulates.</a:t>
            </a:r>
          </a:p>
          <a:p>
            <a:pPr marL="203200" indent="-101600" algn="l">
              <a:lnSpc>
                <a:spcPts val="1360"/>
              </a:lnSpc>
              <a:buChar char="•"/>
            </a:pPr>
            <a:r>
              <a:rPr sz="1000">
                <a:latin typeface="Montserrat"/>
              </a:rPr>
              <a:t>Fix the intake form before spending anything on a bigger model. Making the order reference required addresses a third of this dataset at near-zero cost - no model upgrade competes.</a:t>
            </a:r>
          </a:p>
          <a:p>
            <a:pPr marL="203200" indent="-101600" algn="l">
              <a:lnSpc>
                <a:spcPts val="1360"/>
              </a:lnSpc>
              <a:buChar char="•"/>
            </a:pPr>
            <a:r>
              <a:rPr sz="1000">
                <a:latin typeface="Montserrat"/>
              </a:rPr>
              <a:t>Route ambiguous and escalation-flagged tickets to senior agents automatically. The pipeline already identifies both categories at no extra cost.</a:t>
            </a:r>
          </a:p>
          <a:p>
            <a:pPr marL="203200" indent="-101600" algn="l">
              <a:lnSpc>
                <a:spcPts val="1360"/>
              </a:lnSpc>
              <a:buChar char="•"/>
            </a:pPr>
            <a:r>
              <a:rPr sz="1000">
                <a:latin typeface="Montserrat"/>
              </a:rPr>
              <a:t>Track the mean scores weekly. Drift in Information Extraction is an early warning of a prompt or model regression - visible before customers start complaining about it.</a:t>
            </a:r>
          </a:p>
          <a:p>
            <a:pPr marL="203200" indent="-101600" algn="l">
              <a:lnSpc>
                <a:spcPts val="1360"/>
              </a:lnSpc>
              <a:buChar char="•"/>
            </a:pPr>
            <a:r>
              <a:rPr sz="1000">
                <a:latin typeface="Montserrat"/>
              </a:rPr>
              <a:t>Before production: add a human-review queue, monitor cost per ticket, and validate the judge itself against a held-out set scored by people. An unvalidated judge is an opinion.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72"/>
          <p:cNvSpPr/>
          <p:nvPr/>
        </p:nvSpPr>
        <p:spPr>
          <a:xfrm>
            <a:off x="0" y="3442950"/>
            <a:ext cx="9162600" cy="780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p72"/>
          <p:cNvSpPr txBox="1"/>
          <p:nvPr/>
        </p:nvSpPr>
        <p:spPr>
          <a:xfrm>
            <a:off x="32525" y="3526575"/>
            <a:ext cx="4418700" cy="615600"/>
          </a:xfrm>
          <a:prstGeom prst="rect">
            <a:avLst/>
          </a:prstGeom>
          <a:noFill/>
          <a:ln>
            <a:noFill/>
          </a:ln>
        </p:spPr>
        <p:txBody>
          <a:bodyPr spcFirstLastPara="1" wrap="square" lIns="91425" tIns="91425" rIns="91425" bIns="91425" anchor="t" anchorCtr="0">
            <a:spAutoFit/>
          </a:bodyPr>
          <a:lstStyle/>
          <a:p>
            <a:pPr marL="0" marR="0" lvl="0" indent="0" algn="l" rtl="0">
              <a:buNone/>
              <a:lnSpc>
                <a:spcPct val="100000"/>
              </a:lnSpc>
              <a:spcBef>
                <a:spcPts val="0"/>
              </a:spcBef>
              <a:spcAft>
                <a:spcPts val="0"/>
              </a:spcAft>
              <a:buClr>
                <a:srgbClr val="000000"/>
              </a:buClr>
              <a:buSzPts val="2800"/>
            </a:pPr>
            <a:r>
              <a:rPr b="1" sz="2400">
                <a:solidFill>
                  <a:schemeClr val="lt1"/>
                </a:solidFill>
              </a:rPr>
              <a:t>APPENDIX</a:t>
            </a:r>
            <a:endParaRPr sz="2800" b="1" i="0" u="none" strike="noStrike" cap="none">
              <a:solidFill>
                <a:schemeClr val="lt1"/>
              </a:solidFill>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4" name="Google Shape;394;p7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lnSpc>
                <a:spcPts val="2400"/>
              </a:lnSpc>
              <a:spcBef>
                <a:spcPts val="0"/>
              </a:spcBef>
              <a:spcAft>
                <a:spcPts val="0"/>
              </a:spcAft>
              <a:buSzPts val="2200"/>
            </a:pPr>
            <a:r>
              <a:rPr sz="2400">
                <a:solidFill>
                  <a:srgbClr val="0E39A9"/>
                </a:solidFill>
              </a:rPr>
              <a:t>Appendix - Node Inventory and Versions</a:t>
            </a:r>
            <a:endParaRPr>
              <a:solidFill>
                <a:srgbClr val="000000"/>
              </a:solidFill>
            </a:endParaRPr>
          </a:p>
        </p:txBody>
      </p:sp>
      <p:sp>
        <p:nvSpPr>
          <p:cNvPr id="396" name="Google Shape;396;p73"/>
          <p:cNvSpPr txBox="1"/>
          <p:nvPr/>
        </p:nvSpPr>
        <p:spPr>
          <a:xfrm>
            <a:off x="548640" y="1051560"/>
            <a:ext cx="8092440" cy="3520440"/>
          </a:xfrm>
          <a:prstGeom prst="rect">
            <a:avLst/>
          </a:prstGeom>
          <a:noFill/>
          <a:ln>
            <a:noFill/>
          </a:ln>
        </p:spPr>
        <p:txBody>
          <a:bodyPr spcFirstLastPara="1" wrap="square" lIns="91425" tIns="91425" rIns="91425" bIns="91425" anchor="t" anchorCtr="0">
            <a:spAutoFit/>
          </a:bodyPr>
          <a:lstStyle/>
          <a:p>
            <a:pPr marL="203200" marR="0" indent="-101600" algn="l" rtl="0">
              <a:lnSpc>
                <a:spcPts val="1360"/>
              </a:lnSpc>
              <a:spcBef>
                <a:spcPts val="0"/>
              </a:spcBef>
              <a:spcAft>
                <a:spcPts val="0"/>
              </a:spcAft>
              <a:buClr>
                <a:srgbClr val="000000"/>
              </a:buClr>
              <a:buSzPts val="1400"/>
              <a:buChar char="•"/>
            </a:pPr>
            <a:r>
              <a:rPr sz="1000">
                <a:latin typeface="Montserrat"/>
              </a:rPr>
              <a:t>Manual Trigger v1 - Read/Write Files from Disk v1 (x2) - Extract from File v1.</a:t>
            </a:r>
            <a:endParaRPr sz="1400" b="0" i="0" u="none" strike="noStrike" cap="none">
              <a:solidFill>
                <a:srgbClr val="000000"/>
              </a:solidFill>
              <a:latin typeface="Montserrat"/>
              <a:ea typeface="Montserrat"/>
              <a:cs typeface="Montserrat"/>
              <a:sym typeface="Montserrat"/>
            </a:endParaRPr>
          </a:p>
          <a:p>
            <a:pPr marL="203200" indent="-101600" algn="l">
              <a:lnSpc>
                <a:spcPts val="1360"/>
              </a:lnSpc>
              <a:buChar char="•"/>
            </a:pPr>
            <a:r>
              <a:rPr sz="1000">
                <a:latin typeface="Montserrat"/>
              </a:rPr>
              <a:t>Basic LLM Chain v1.6 (x4) - OpenAI Chat Model v1.2 (x4) - Structured Output Parser v1.2 (x4).</a:t>
            </a:r>
          </a:p>
          <a:p>
            <a:pPr marL="203200" indent="-101600" algn="l">
              <a:lnSpc>
                <a:spcPts val="1360"/>
              </a:lnSpc>
              <a:buChar char="•"/>
            </a:pPr>
            <a:r>
              <a:rPr sz="1000">
                <a:latin typeface="Montserrat"/>
              </a:rPr>
              <a:t>Edit Fields (Set) v3.4 - Convert to File v1.1. Eighteen nodes in total.</a:t>
            </a:r>
          </a:p>
          <a:p>
            <a:pPr marL="203200" indent="-101600" algn="l">
              <a:lnSpc>
                <a:spcPts val="1360"/>
              </a:lnSpc>
              <a:buChar char="•"/>
            </a:pPr>
            <a:r>
              <a:rPr sz="1000">
                <a:latin typeface="Montserrat"/>
              </a:rPr>
              <a:t>Basic LLM Chain at 1.6 is the binding constraint: roughly n8n 1.60 and above imports the workflow file cleanly.</a:t>
            </a:r>
          </a:p>
          <a:p>
            <a:pPr marL="203200" indent="-101600" algn="l">
              <a:lnSpc>
                <a:spcPts val="1360"/>
              </a:lnSpc>
              <a:buChar char="•"/>
            </a:pPr>
            <a:r>
              <a:rPr sz="1000">
                <a:latin typeface="Montserrat"/>
              </a:rPr>
              <a:t>Credential: Great Learning AI (OpenAI + Gemini), provided by the lab environment.</a:t>
            </a:r>
          </a:p>
          <a:p>
            <a:pPr marL="203200" indent="-101600" algn="l">
              <a:lnSpc>
                <a:spcPts val="1360"/>
              </a:lnSpc>
              <a:buChar char="•"/>
            </a:pPr>
            <a:r>
              <a:rPr sz="1000">
                <a:latin typeface="Montserrat"/>
              </a:rPr>
              <a:t>Schema field names and output column names are taken verbatim from the project guidelines; the 1-3 scoring scale is taken from the course reference notebook.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4" name="Google Shape;394;p7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buNone/>
              <a:lnSpc>
                <a:spcPts val="2400"/>
              </a:lnSpc>
              <a:spcBef>
                <a:spcPts val="0"/>
              </a:spcBef>
              <a:spcAft>
                <a:spcPts val="0"/>
              </a:spcAft>
              <a:buSzPts val="2200"/>
            </a:pPr>
            <a:r>
              <a:rPr sz="2400">
                <a:solidFill>
                  <a:srgbClr val="0E39A9"/>
                </a:solidFill>
              </a:rPr>
              <a:t>Appendix - Reproducing the Run</a:t>
            </a:r>
            <a:endParaRPr>
              <a:solidFill>
                <a:srgbClr val="000000"/>
              </a:solidFill>
            </a:endParaRPr>
          </a:p>
        </p:txBody>
      </p:sp>
      <p:sp>
        <p:nvSpPr>
          <p:cNvPr id="396" name="Google Shape;396;p73"/>
          <p:cNvSpPr txBox="1"/>
          <p:nvPr/>
        </p:nvSpPr>
        <p:spPr>
          <a:xfrm>
            <a:off x="548640" y="1051560"/>
            <a:ext cx="8092440" cy="3520440"/>
          </a:xfrm>
          <a:prstGeom prst="rect">
            <a:avLst/>
          </a:prstGeom>
          <a:noFill/>
          <a:ln>
            <a:noFill/>
          </a:ln>
        </p:spPr>
        <p:txBody>
          <a:bodyPr spcFirstLastPara="1" wrap="square" lIns="91425" tIns="91425" rIns="91425" bIns="91425" anchor="t" anchorCtr="0">
            <a:spAutoFit/>
          </a:bodyPr>
          <a:lstStyle/>
          <a:p>
            <a:pPr marL="203200" marR="0" indent="-101600" algn="l" rtl="0">
              <a:lnSpc>
                <a:spcPts val="1360"/>
              </a:lnSpc>
              <a:spcBef>
                <a:spcPts val="0"/>
              </a:spcBef>
              <a:spcAft>
                <a:spcPts val="0"/>
              </a:spcAft>
              <a:buClr>
                <a:srgbClr val="000000"/>
              </a:buClr>
              <a:buSzPts val="1400"/>
              <a:buChar char="•"/>
            </a:pPr>
            <a:r>
              <a:rPr sz="1000">
                <a:latin typeface="Montserrat"/>
              </a:rPr>
              <a:t>Import the workflow JSON, then select the credential in each of the four OpenAI Chat Model sub-nodes.</a:t>
            </a:r>
            <a:endParaRPr sz="1400" b="0" i="0" u="none" strike="noStrike" cap="none">
              <a:solidFill>
                <a:srgbClr val="000000"/>
              </a:solidFill>
              <a:latin typeface="Montserrat"/>
              <a:ea typeface="Montserrat"/>
              <a:cs typeface="Montserrat"/>
              <a:sym typeface="Montserrat"/>
            </a:endParaRPr>
          </a:p>
          <a:p>
            <a:pPr marL="203200" indent="-101600" algn="l">
              <a:lnSpc>
                <a:spcPts val="1360"/>
              </a:lnSpc>
              <a:buChar char="•"/>
            </a:pPr>
            <a:r>
              <a:rPr sz="1000">
                <a:latin typeface="Montserrat"/>
              </a:rPr>
              <a:t>Set two paths only - Read Ticket CSV (file selector) and Save the Data (file name). Both are labelled EDIT ME in the workflow.</a:t>
            </a:r>
          </a:p>
          <a:p>
            <a:pPr marL="203200" indent="-101600" algn="l">
              <a:lnSpc>
                <a:spcPts val="1360"/>
              </a:lnSpc>
              <a:buChar char="•"/>
            </a:pPr>
            <a:r>
              <a:rPr sz="1000">
                <a:latin typeface="Montserrat"/>
              </a:rPr>
              <a:t>Execute. 30 tickets produce 120 model calls: exactly 30 per stage.</a:t>
            </a:r>
          </a:p>
          <a:p>
            <a:pPr marL="203200" indent="-101600" algn="l">
              <a:lnSpc>
                <a:spcPts val="1360"/>
              </a:lnSpc>
              <a:buChar char="•"/>
            </a:pPr>
            <a:r>
              <a:rPr sz="1000">
                <a:latin typeface="Montserrat"/>
              </a:rPr>
              <a:t>Verify the CSV, not the canvas. Row count, all 14 columns populated, scores within range, overall equal to the sum of its parts.</a:t>
            </a:r>
          </a:p>
          <a:p>
            <a:pPr marL="203200" indent="-101600" algn="l">
              <a:lnSpc>
                <a:spcPts val="1360"/>
              </a:lnSpc>
              <a:buChar char="•"/>
            </a:pPr>
            <a:r>
              <a:rPr sz="1000">
                <a:latin typeface="Montserrat"/>
              </a:rPr>
              <a:t>The four system messages are held as plain text files, so prompts can be revised without editing the workflow JSON by hand.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74"/>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404" name="Google Shape;404;p74"/>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13</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384</Words>
  <Application>Microsoft Office PowerPoint</Application>
  <PresentationFormat>On-screen Show (16:9)</PresentationFormat>
  <Paragraphs>60</Paragraphs>
  <Slides>13</Slides>
  <Notes>13</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13</vt:i4>
      </vt:variant>
    </vt:vector>
  </HeadingPairs>
  <TitlesOfParts>
    <vt:vector size="25" baseType="lpstr">
      <vt:lpstr>Nunito</vt:lpstr>
      <vt:lpstr>Calibri</vt:lpstr>
      <vt:lpstr>Nunito ExtraBold</vt:lpstr>
      <vt:lpstr>Montserrat</vt:lpstr>
      <vt:lpstr>Arial Black</vt:lpstr>
      <vt:lpstr>Nunito SemiBold</vt:lpstr>
      <vt:lpstr>Verdana</vt:lpstr>
      <vt:lpstr>Century Gothic</vt:lpstr>
      <vt:lpstr>Arial</vt:lpstr>
      <vt:lpstr>Just Logo</vt:lpstr>
      <vt:lpstr>Just Logo</vt:lpstr>
      <vt:lpstr>Just Logo</vt:lpstr>
      <vt:lpstr>PowerPoint Presentation</vt:lpstr>
      <vt:lpstr>PowerPoint Presentation</vt:lpstr>
      <vt:lpstr>Executive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Slide header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Pinni Praneeth kumar</cp:lastModifiedBy>
  <cp:revision>1</cp:revision>
  <dcterms:modified xsi:type="dcterms:W3CDTF">2026-04-11T13:34:26Z</dcterms:modified>
</cp:coreProperties>
</file>